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handoutMasterIdLst>
    <p:handoutMasterId r:id="rId21"/>
  </p:handoutMasterIdLst>
  <p:sldIdLst>
    <p:sldId id="277" r:id="rId5"/>
    <p:sldId id="263" r:id="rId6"/>
    <p:sldId id="262" r:id="rId7"/>
    <p:sldId id="279" r:id="rId8"/>
    <p:sldId id="280" r:id="rId9"/>
    <p:sldId id="269" r:id="rId10"/>
    <p:sldId id="268" r:id="rId11"/>
    <p:sldId id="270" r:id="rId12"/>
    <p:sldId id="272" r:id="rId13"/>
    <p:sldId id="264" r:id="rId14"/>
    <p:sldId id="274" r:id="rId15"/>
    <p:sldId id="281" r:id="rId16"/>
    <p:sldId id="278" r:id="rId17"/>
    <p:sldId id="275" r:id="rId18"/>
    <p:sldId id="260"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D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C762A9-755C-4205-AE78-FC46899E2075}" v="1" dt="2025-04-03T07:25:02.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RTO SUASTE HERNANDEZ" userId="33f504b7-a3cb-45c8-a1d9-4ae32b767d9f" providerId="ADAL" clId="{F7C762A9-755C-4205-AE78-FC46899E2075}"/>
    <pc:docChg chg="undo custSel modSld">
      <pc:chgData name="NORBERTO SUASTE HERNANDEZ" userId="33f504b7-a3cb-45c8-a1d9-4ae32b767d9f" providerId="ADAL" clId="{F7C762A9-755C-4205-AE78-FC46899E2075}" dt="2025-04-03T08:15:32.274" v="122" actId="20577"/>
      <pc:docMkLst>
        <pc:docMk/>
      </pc:docMkLst>
      <pc:sldChg chg="delSp mod">
        <pc:chgData name="NORBERTO SUASTE HERNANDEZ" userId="33f504b7-a3cb-45c8-a1d9-4ae32b767d9f" providerId="ADAL" clId="{F7C762A9-755C-4205-AE78-FC46899E2075}" dt="2025-04-03T07:40:39.688" v="62" actId="478"/>
        <pc:sldMkLst>
          <pc:docMk/>
          <pc:sldMk cId="2216611667" sldId="264"/>
        </pc:sldMkLst>
        <pc:picChg chg="del">
          <ac:chgData name="NORBERTO SUASTE HERNANDEZ" userId="33f504b7-a3cb-45c8-a1d9-4ae32b767d9f" providerId="ADAL" clId="{F7C762A9-755C-4205-AE78-FC46899E2075}" dt="2025-04-03T07:40:39.688" v="62" actId="478"/>
          <ac:picMkLst>
            <pc:docMk/>
            <pc:sldMk cId="2216611667" sldId="264"/>
            <ac:picMk id="7" creationId="{FE03C24E-4AA2-7C20-F1A7-9234697B02E0}"/>
          </ac:picMkLst>
        </pc:picChg>
      </pc:sldChg>
      <pc:sldChg chg="addSp delSp modSp mod delAnim">
        <pc:chgData name="NORBERTO SUASTE HERNANDEZ" userId="33f504b7-a3cb-45c8-a1d9-4ae32b767d9f" providerId="ADAL" clId="{F7C762A9-755C-4205-AE78-FC46899E2075}" dt="2025-04-03T08:11:44.981" v="97" actId="14100"/>
        <pc:sldMkLst>
          <pc:docMk/>
          <pc:sldMk cId="284022276" sldId="268"/>
        </pc:sldMkLst>
        <pc:picChg chg="del">
          <ac:chgData name="NORBERTO SUASTE HERNANDEZ" userId="33f504b7-a3cb-45c8-a1d9-4ae32b767d9f" providerId="ADAL" clId="{F7C762A9-755C-4205-AE78-FC46899E2075}" dt="2025-04-03T08:10:57.918" v="85" actId="478"/>
          <ac:picMkLst>
            <pc:docMk/>
            <pc:sldMk cId="284022276" sldId="268"/>
            <ac:picMk id="4" creationId="{363E2318-8350-14D7-E48A-CC14452DF024}"/>
          </ac:picMkLst>
        </pc:picChg>
        <pc:picChg chg="del">
          <ac:chgData name="NORBERTO SUASTE HERNANDEZ" userId="33f504b7-a3cb-45c8-a1d9-4ae32b767d9f" providerId="ADAL" clId="{F7C762A9-755C-4205-AE78-FC46899E2075}" dt="2025-04-03T07:22:45.854" v="4" actId="478"/>
          <ac:picMkLst>
            <pc:docMk/>
            <pc:sldMk cId="284022276" sldId="268"/>
            <ac:picMk id="5" creationId="{50AFC920-D4A0-D8D4-FF61-4574564EF4AD}"/>
          </ac:picMkLst>
        </pc:picChg>
        <pc:picChg chg="del">
          <ac:chgData name="NORBERTO SUASTE HERNANDEZ" userId="33f504b7-a3cb-45c8-a1d9-4ae32b767d9f" providerId="ADAL" clId="{F7C762A9-755C-4205-AE78-FC46899E2075}" dt="2025-04-03T07:22:38.476" v="0" actId="478"/>
          <ac:picMkLst>
            <pc:docMk/>
            <pc:sldMk cId="284022276" sldId="268"/>
            <ac:picMk id="6" creationId="{EB667C16-DE02-D073-501F-86E28FD3E406}"/>
          </ac:picMkLst>
        </pc:picChg>
        <pc:picChg chg="del">
          <ac:chgData name="NORBERTO SUASTE HERNANDEZ" userId="33f504b7-a3cb-45c8-a1d9-4ae32b767d9f" providerId="ADAL" clId="{F7C762A9-755C-4205-AE78-FC46899E2075}" dt="2025-04-03T07:22:44.749" v="3" actId="478"/>
          <ac:picMkLst>
            <pc:docMk/>
            <pc:sldMk cId="284022276" sldId="268"/>
            <ac:picMk id="7" creationId="{B8E3119C-6928-4528-47F6-E16B2C4A8018}"/>
          </ac:picMkLst>
        </pc:picChg>
        <pc:picChg chg="del mod">
          <ac:chgData name="NORBERTO SUASTE HERNANDEZ" userId="33f504b7-a3cb-45c8-a1d9-4ae32b767d9f" providerId="ADAL" clId="{F7C762A9-755C-4205-AE78-FC46899E2075}" dt="2025-04-03T07:23:06.163" v="8" actId="478"/>
          <ac:picMkLst>
            <pc:docMk/>
            <pc:sldMk cId="284022276" sldId="268"/>
            <ac:picMk id="8" creationId="{AAF25679-69FF-CB5E-C2DF-32B33BD345E9}"/>
          </ac:picMkLst>
        </pc:picChg>
        <pc:picChg chg="add mod modCrop">
          <ac:chgData name="NORBERTO SUASTE HERNANDEZ" userId="33f504b7-a3cb-45c8-a1d9-4ae32b767d9f" providerId="ADAL" clId="{F7C762A9-755C-4205-AE78-FC46899E2075}" dt="2025-04-03T08:11:44.981" v="97" actId="14100"/>
          <ac:picMkLst>
            <pc:docMk/>
            <pc:sldMk cId="284022276" sldId="268"/>
            <ac:picMk id="10" creationId="{C6177BC9-7184-AAF8-1B05-0016C6971624}"/>
          </ac:picMkLst>
        </pc:picChg>
        <pc:picChg chg="add mod">
          <ac:chgData name="NORBERTO SUASTE HERNANDEZ" userId="33f504b7-a3cb-45c8-a1d9-4ae32b767d9f" providerId="ADAL" clId="{F7C762A9-755C-4205-AE78-FC46899E2075}" dt="2025-04-03T08:11:41.072" v="96" actId="1076"/>
          <ac:picMkLst>
            <pc:docMk/>
            <pc:sldMk cId="284022276" sldId="268"/>
            <ac:picMk id="12" creationId="{19AC1133-1A8D-D0BB-9011-0B4DC5E55820}"/>
          </ac:picMkLst>
        </pc:picChg>
        <pc:picChg chg="add mod modCrop">
          <ac:chgData name="NORBERTO SUASTE HERNANDEZ" userId="33f504b7-a3cb-45c8-a1d9-4ae32b767d9f" providerId="ADAL" clId="{F7C762A9-755C-4205-AE78-FC46899E2075}" dt="2025-04-03T08:11:25.927" v="92" actId="1076"/>
          <ac:picMkLst>
            <pc:docMk/>
            <pc:sldMk cId="284022276" sldId="268"/>
            <ac:picMk id="14" creationId="{4A499A23-97F4-EE76-48F8-3F0A4EF4C43E}"/>
          </ac:picMkLst>
        </pc:picChg>
      </pc:sldChg>
      <pc:sldChg chg="addSp delSp modSp mod addAnim delAnim">
        <pc:chgData name="NORBERTO SUASTE HERNANDEZ" userId="33f504b7-a3cb-45c8-a1d9-4ae32b767d9f" providerId="ADAL" clId="{F7C762A9-755C-4205-AE78-FC46899E2075}" dt="2025-04-03T07:25:33.065" v="35" actId="14100"/>
        <pc:sldMkLst>
          <pc:docMk/>
          <pc:sldMk cId="664576702" sldId="269"/>
        </pc:sldMkLst>
        <pc:picChg chg="mod">
          <ac:chgData name="NORBERTO SUASTE HERNANDEZ" userId="33f504b7-a3cb-45c8-a1d9-4ae32b767d9f" providerId="ADAL" clId="{F7C762A9-755C-4205-AE78-FC46899E2075}" dt="2025-04-03T07:25:03.979" v="24" actId="1076"/>
          <ac:picMkLst>
            <pc:docMk/>
            <pc:sldMk cId="664576702" sldId="269"/>
            <ac:picMk id="4" creationId="{6E493A69-5FD3-CF8E-88B3-4DE836471E35}"/>
          </ac:picMkLst>
        </pc:picChg>
        <pc:picChg chg="add del mod">
          <ac:chgData name="NORBERTO SUASTE HERNANDEZ" userId="33f504b7-a3cb-45c8-a1d9-4ae32b767d9f" providerId="ADAL" clId="{F7C762A9-755C-4205-AE78-FC46899E2075}" dt="2025-04-03T07:25:33.065" v="35" actId="14100"/>
          <ac:picMkLst>
            <pc:docMk/>
            <pc:sldMk cId="664576702" sldId="269"/>
            <ac:picMk id="5" creationId="{1F5E45BA-DE9F-B99A-0FA4-AB270BC29B81}"/>
          </ac:picMkLst>
        </pc:picChg>
        <pc:picChg chg="add del mod">
          <ac:chgData name="NORBERTO SUASTE HERNANDEZ" userId="33f504b7-a3cb-45c8-a1d9-4ae32b767d9f" providerId="ADAL" clId="{F7C762A9-755C-4205-AE78-FC46899E2075}" dt="2025-04-03T07:25:26.743" v="34" actId="478"/>
          <ac:picMkLst>
            <pc:docMk/>
            <pc:sldMk cId="664576702" sldId="269"/>
            <ac:picMk id="6" creationId="{70D9BBC1-7C35-5B9F-00ED-362C4B76CCD4}"/>
          </ac:picMkLst>
        </pc:picChg>
        <pc:picChg chg="add del">
          <ac:chgData name="NORBERTO SUASTE HERNANDEZ" userId="33f504b7-a3cb-45c8-a1d9-4ae32b767d9f" providerId="ADAL" clId="{F7C762A9-755C-4205-AE78-FC46899E2075}" dt="2025-04-03T07:25:07.338" v="27" actId="478"/>
          <ac:picMkLst>
            <pc:docMk/>
            <pc:sldMk cId="664576702" sldId="269"/>
            <ac:picMk id="8" creationId="{B47EB1B1-6982-AD4E-5EA2-4CA404A61D9C}"/>
          </ac:picMkLst>
        </pc:picChg>
      </pc:sldChg>
      <pc:sldChg chg="addSp delSp modSp mod delAnim">
        <pc:chgData name="NORBERTO SUASTE HERNANDEZ" userId="33f504b7-a3cb-45c8-a1d9-4ae32b767d9f" providerId="ADAL" clId="{F7C762A9-755C-4205-AE78-FC46899E2075}" dt="2025-04-03T07:35:12.628" v="59" actId="1076"/>
        <pc:sldMkLst>
          <pc:docMk/>
          <pc:sldMk cId="2881366074" sldId="270"/>
        </pc:sldMkLst>
        <pc:picChg chg="add mod">
          <ac:chgData name="NORBERTO SUASTE HERNANDEZ" userId="33f504b7-a3cb-45c8-a1d9-4ae32b767d9f" providerId="ADAL" clId="{F7C762A9-755C-4205-AE78-FC46899E2075}" dt="2025-04-03T07:28:41.294" v="49" actId="1076"/>
          <ac:picMkLst>
            <pc:docMk/>
            <pc:sldMk cId="2881366074" sldId="270"/>
            <ac:picMk id="4" creationId="{F0281EB4-1898-84C6-57FB-1C7F28F886ED}"/>
          </ac:picMkLst>
        </pc:picChg>
        <pc:picChg chg="del">
          <ac:chgData name="NORBERTO SUASTE HERNANDEZ" userId="33f504b7-a3cb-45c8-a1d9-4ae32b767d9f" providerId="ADAL" clId="{F7C762A9-755C-4205-AE78-FC46899E2075}" dt="2025-04-03T07:28:17.997" v="36" actId="478"/>
          <ac:picMkLst>
            <pc:docMk/>
            <pc:sldMk cId="2881366074" sldId="270"/>
            <ac:picMk id="6" creationId="{9435D7EC-27D9-7880-0C2A-CBD0CB3156A8}"/>
          </ac:picMkLst>
        </pc:picChg>
        <pc:picChg chg="del">
          <ac:chgData name="NORBERTO SUASTE HERNANDEZ" userId="33f504b7-a3cb-45c8-a1d9-4ae32b767d9f" providerId="ADAL" clId="{F7C762A9-755C-4205-AE78-FC46899E2075}" dt="2025-04-03T07:28:34.676" v="45" actId="478"/>
          <ac:picMkLst>
            <pc:docMk/>
            <pc:sldMk cId="2881366074" sldId="270"/>
            <ac:picMk id="10" creationId="{A8B7F0A7-752B-465B-AF10-9B33371466FF}"/>
          </ac:picMkLst>
        </pc:picChg>
        <pc:picChg chg="del mod">
          <ac:chgData name="NORBERTO SUASTE HERNANDEZ" userId="33f504b7-a3cb-45c8-a1d9-4ae32b767d9f" providerId="ADAL" clId="{F7C762A9-755C-4205-AE78-FC46899E2075}" dt="2025-04-03T07:28:43.190" v="51" actId="478"/>
          <ac:picMkLst>
            <pc:docMk/>
            <pc:sldMk cId="2881366074" sldId="270"/>
            <ac:picMk id="11" creationId="{4DB95809-C754-E6AB-9F4A-3ACB2648CB3C}"/>
          </ac:picMkLst>
        </pc:picChg>
        <pc:picChg chg="del">
          <ac:chgData name="NORBERTO SUASTE HERNANDEZ" userId="33f504b7-a3cb-45c8-a1d9-4ae32b767d9f" providerId="ADAL" clId="{F7C762A9-755C-4205-AE78-FC46899E2075}" dt="2025-04-03T07:28:33.036" v="44" actId="478"/>
          <ac:picMkLst>
            <pc:docMk/>
            <pc:sldMk cId="2881366074" sldId="270"/>
            <ac:picMk id="12" creationId="{5A4E71CB-58C7-A8C7-D8D5-C0463A28728F}"/>
          </ac:picMkLst>
        </pc:picChg>
        <pc:picChg chg="add mod">
          <ac:chgData name="NORBERTO SUASTE HERNANDEZ" userId="33f504b7-a3cb-45c8-a1d9-4ae32b767d9f" providerId="ADAL" clId="{F7C762A9-755C-4205-AE78-FC46899E2075}" dt="2025-04-03T07:35:12.628" v="59" actId="1076"/>
          <ac:picMkLst>
            <pc:docMk/>
            <pc:sldMk cId="2881366074" sldId="270"/>
            <ac:picMk id="13" creationId="{7790B453-FF02-89A3-2A56-2663BCEDDAC3}"/>
          </ac:picMkLst>
        </pc:picChg>
        <pc:picChg chg="add mod">
          <ac:chgData name="NORBERTO SUASTE HERNANDEZ" userId="33f504b7-a3cb-45c8-a1d9-4ae32b767d9f" providerId="ADAL" clId="{F7C762A9-755C-4205-AE78-FC46899E2075}" dt="2025-04-03T07:34:58.171" v="57" actId="1076"/>
          <ac:picMkLst>
            <pc:docMk/>
            <pc:sldMk cId="2881366074" sldId="270"/>
            <ac:picMk id="15" creationId="{C71E23D5-549F-AECE-2AC4-914BD78674E7}"/>
          </ac:picMkLst>
        </pc:picChg>
      </pc:sldChg>
      <pc:sldChg chg="addSp delSp modSp mod">
        <pc:chgData name="NORBERTO SUASTE HERNANDEZ" userId="33f504b7-a3cb-45c8-a1d9-4ae32b767d9f" providerId="ADAL" clId="{F7C762A9-755C-4205-AE78-FC46899E2075}" dt="2025-04-03T07:42:30.695" v="73" actId="14100"/>
        <pc:sldMkLst>
          <pc:docMk/>
          <pc:sldMk cId="2851677322" sldId="272"/>
        </pc:sldMkLst>
        <pc:spChg chg="mod">
          <ac:chgData name="NORBERTO SUASTE HERNANDEZ" userId="33f504b7-a3cb-45c8-a1d9-4ae32b767d9f" providerId="ADAL" clId="{F7C762A9-755C-4205-AE78-FC46899E2075}" dt="2025-04-03T07:40:22.826" v="61" actId="14100"/>
          <ac:spMkLst>
            <pc:docMk/>
            <pc:sldMk cId="2851677322" sldId="272"/>
            <ac:spMk id="3" creationId="{31BED343-9178-9BFD-B784-5A5E7DAB6651}"/>
          </ac:spMkLst>
        </pc:spChg>
        <pc:spChg chg="mod">
          <ac:chgData name="NORBERTO SUASTE HERNANDEZ" userId="33f504b7-a3cb-45c8-a1d9-4ae32b767d9f" providerId="ADAL" clId="{F7C762A9-755C-4205-AE78-FC46899E2075}" dt="2025-04-03T07:40:57.391" v="63" actId="1076"/>
          <ac:spMkLst>
            <pc:docMk/>
            <pc:sldMk cId="2851677322" sldId="272"/>
            <ac:spMk id="4" creationId="{6072E4BD-6ECF-9C1B-DAD9-BF9AD458CED4}"/>
          </ac:spMkLst>
        </pc:spChg>
        <pc:spChg chg="mod">
          <ac:chgData name="NORBERTO SUASTE HERNANDEZ" userId="33f504b7-a3cb-45c8-a1d9-4ae32b767d9f" providerId="ADAL" clId="{F7C762A9-755C-4205-AE78-FC46899E2075}" dt="2025-04-03T07:42:25.743" v="72" actId="14100"/>
          <ac:spMkLst>
            <pc:docMk/>
            <pc:sldMk cId="2851677322" sldId="272"/>
            <ac:spMk id="5" creationId="{5DBEA3E8-9EB3-E52D-57E4-7FF8A648DDEF}"/>
          </ac:spMkLst>
        </pc:spChg>
        <pc:spChg chg="del">
          <ac:chgData name="NORBERTO SUASTE HERNANDEZ" userId="33f504b7-a3cb-45c8-a1d9-4ae32b767d9f" providerId="ADAL" clId="{F7C762A9-755C-4205-AE78-FC46899E2075}" dt="2025-04-03T07:41:18.734" v="65" actId="478"/>
          <ac:spMkLst>
            <pc:docMk/>
            <pc:sldMk cId="2851677322" sldId="272"/>
            <ac:spMk id="6" creationId="{B657D674-C17E-63CA-47CD-3CF3DF8A2940}"/>
          </ac:spMkLst>
        </pc:spChg>
        <pc:picChg chg="add del mod">
          <ac:chgData name="NORBERTO SUASTE HERNANDEZ" userId="33f504b7-a3cb-45c8-a1d9-4ae32b767d9f" providerId="ADAL" clId="{F7C762A9-755C-4205-AE78-FC46899E2075}" dt="2025-04-03T07:41:59.471" v="69" actId="478"/>
          <ac:picMkLst>
            <pc:docMk/>
            <pc:sldMk cId="2851677322" sldId="272"/>
            <ac:picMk id="8" creationId="{972D0E05-1ACD-9A8E-AD09-9A751BD9F541}"/>
          </ac:picMkLst>
        </pc:picChg>
        <pc:picChg chg="del">
          <ac:chgData name="NORBERTO SUASTE HERNANDEZ" userId="33f504b7-a3cb-45c8-a1d9-4ae32b767d9f" providerId="ADAL" clId="{F7C762A9-755C-4205-AE78-FC46899E2075}" dt="2025-04-03T07:40:17.080" v="60" actId="478"/>
          <ac:picMkLst>
            <pc:docMk/>
            <pc:sldMk cId="2851677322" sldId="272"/>
            <ac:picMk id="9" creationId="{77367480-FA65-533B-1154-D96001F70EF9}"/>
          </ac:picMkLst>
        </pc:picChg>
        <pc:picChg chg="add mod">
          <ac:chgData name="NORBERTO SUASTE HERNANDEZ" userId="33f504b7-a3cb-45c8-a1d9-4ae32b767d9f" providerId="ADAL" clId="{F7C762A9-755C-4205-AE78-FC46899E2075}" dt="2025-04-03T07:42:30.695" v="73" actId="14100"/>
          <ac:picMkLst>
            <pc:docMk/>
            <pc:sldMk cId="2851677322" sldId="272"/>
            <ac:picMk id="11" creationId="{92BF1DD6-A2F2-7C4D-AEC9-C7BAED1DC50B}"/>
          </ac:picMkLst>
        </pc:picChg>
      </pc:sldChg>
      <pc:sldChg chg="delSp modSp mod delAnim">
        <pc:chgData name="NORBERTO SUASTE HERNANDEZ" userId="33f504b7-a3cb-45c8-a1d9-4ae32b767d9f" providerId="ADAL" clId="{F7C762A9-755C-4205-AE78-FC46899E2075}" dt="2025-04-03T08:13:26.408" v="107" actId="20577"/>
        <pc:sldMkLst>
          <pc:docMk/>
          <pc:sldMk cId="3086220082" sldId="274"/>
        </pc:sldMkLst>
        <pc:spChg chg="mod">
          <ac:chgData name="NORBERTO SUASTE HERNANDEZ" userId="33f504b7-a3cb-45c8-a1d9-4ae32b767d9f" providerId="ADAL" clId="{F7C762A9-755C-4205-AE78-FC46899E2075}" dt="2025-04-03T08:13:26.408" v="107" actId="20577"/>
          <ac:spMkLst>
            <pc:docMk/>
            <pc:sldMk cId="3086220082" sldId="274"/>
            <ac:spMk id="5" creationId="{18CA975A-E4A0-A190-3B0A-B9ED37457EBB}"/>
          </ac:spMkLst>
        </pc:spChg>
        <pc:picChg chg="del">
          <ac:chgData name="NORBERTO SUASTE HERNANDEZ" userId="33f504b7-a3cb-45c8-a1d9-4ae32b767d9f" providerId="ADAL" clId="{F7C762A9-755C-4205-AE78-FC46899E2075}" dt="2025-04-03T07:42:42.793" v="74" actId="478"/>
          <ac:picMkLst>
            <pc:docMk/>
            <pc:sldMk cId="3086220082" sldId="274"/>
            <ac:picMk id="8" creationId="{0E98EDD0-A37E-F634-C40A-E62102F9E90D}"/>
          </ac:picMkLst>
        </pc:picChg>
      </pc:sldChg>
      <pc:sldChg chg="addSp delSp modSp mod delAnim">
        <pc:chgData name="NORBERTO SUASTE HERNANDEZ" userId="33f504b7-a3cb-45c8-a1d9-4ae32b767d9f" providerId="ADAL" clId="{F7C762A9-755C-4205-AE78-FC46899E2075}" dt="2025-04-03T08:15:32.274" v="122" actId="20577"/>
        <pc:sldMkLst>
          <pc:docMk/>
          <pc:sldMk cId="1395006267" sldId="275"/>
        </pc:sldMkLst>
        <pc:spChg chg="mod">
          <ac:chgData name="NORBERTO SUASTE HERNANDEZ" userId="33f504b7-a3cb-45c8-a1d9-4ae32b767d9f" providerId="ADAL" clId="{F7C762A9-755C-4205-AE78-FC46899E2075}" dt="2025-04-03T08:15:32.274" v="122" actId="20577"/>
          <ac:spMkLst>
            <pc:docMk/>
            <pc:sldMk cId="1395006267" sldId="275"/>
            <ac:spMk id="3" creationId="{E7C1F5BE-FEAB-9F34-B21B-F8831711CC1C}"/>
          </ac:spMkLst>
        </pc:spChg>
        <pc:picChg chg="del">
          <ac:chgData name="NORBERTO SUASTE HERNANDEZ" userId="33f504b7-a3cb-45c8-a1d9-4ae32b767d9f" providerId="ADAL" clId="{F7C762A9-755C-4205-AE78-FC46899E2075}" dt="2025-04-03T08:08:50.445" v="78" actId="478"/>
          <ac:picMkLst>
            <pc:docMk/>
            <pc:sldMk cId="1395006267" sldId="275"/>
            <ac:picMk id="4" creationId="{E24CEA3A-B2AB-8058-F79F-D5EF2720B397}"/>
          </ac:picMkLst>
        </pc:picChg>
        <pc:picChg chg="add mod modCrop">
          <ac:chgData name="NORBERTO SUASTE HERNANDEZ" userId="33f504b7-a3cb-45c8-a1d9-4ae32b767d9f" providerId="ADAL" clId="{F7C762A9-755C-4205-AE78-FC46899E2075}" dt="2025-04-03T08:14:52.486" v="116" actId="1076"/>
          <ac:picMkLst>
            <pc:docMk/>
            <pc:sldMk cId="1395006267" sldId="275"/>
            <ac:picMk id="6" creationId="{07A24B8E-9D78-2288-8873-756B29498109}"/>
          </ac:picMkLst>
        </pc:picChg>
      </pc:sldChg>
      <pc:sldChg chg="delSp mod delAnim">
        <pc:chgData name="NORBERTO SUASTE HERNANDEZ" userId="33f504b7-a3cb-45c8-a1d9-4ae32b767d9f" providerId="ADAL" clId="{F7C762A9-755C-4205-AE78-FC46899E2075}" dt="2025-04-03T08:08:11.439" v="75" actId="478"/>
        <pc:sldMkLst>
          <pc:docMk/>
          <pc:sldMk cId="1870306206" sldId="278"/>
        </pc:sldMkLst>
        <pc:picChg chg="del">
          <ac:chgData name="NORBERTO SUASTE HERNANDEZ" userId="33f504b7-a3cb-45c8-a1d9-4ae32b767d9f" providerId="ADAL" clId="{F7C762A9-755C-4205-AE78-FC46899E2075}" dt="2025-04-03T08:08:11.439" v="75" actId="478"/>
          <ac:picMkLst>
            <pc:docMk/>
            <pc:sldMk cId="1870306206" sldId="278"/>
            <ac:picMk id="4" creationId="{36E63709-DB41-1DCB-00B5-914D0450B618}"/>
          </ac:picMkLst>
        </pc:picChg>
      </pc:sldChg>
      <pc:sldChg chg="addSp delSp modSp mod delAnim">
        <pc:chgData name="NORBERTO SUASTE HERNANDEZ" userId="33f504b7-a3cb-45c8-a1d9-4ae32b767d9f" providerId="ADAL" clId="{F7C762A9-755C-4205-AE78-FC46899E2075}" dt="2025-04-03T08:09:59.007" v="82" actId="14100"/>
        <pc:sldMkLst>
          <pc:docMk/>
          <pc:sldMk cId="1034804618" sldId="281"/>
        </pc:sldMkLst>
        <pc:spChg chg="mod">
          <ac:chgData name="NORBERTO SUASTE HERNANDEZ" userId="33f504b7-a3cb-45c8-a1d9-4ae32b767d9f" providerId="ADAL" clId="{F7C762A9-755C-4205-AE78-FC46899E2075}" dt="2025-04-03T08:08:34.895" v="77" actId="20577"/>
          <ac:spMkLst>
            <pc:docMk/>
            <pc:sldMk cId="1034804618" sldId="281"/>
            <ac:spMk id="5" creationId="{A6EFFD66-70B0-AE40-1ED6-6FDDEA09D66A}"/>
          </ac:spMkLst>
        </pc:spChg>
        <pc:picChg chg="add mod">
          <ac:chgData name="NORBERTO SUASTE HERNANDEZ" userId="33f504b7-a3cb-45c8-a1d9-4ae32b767d9f" providerId="ADAL" clId="{F7C762A9-755C-4205-AE78-FC46899E2075}" dt="2025-04-03T08:09:59.007" v="82" actId="14100"/>
          <ac:picMkLst>
            <pc:docMk/>
            <pc:sldMk cId="1034804618" sldId="281"/>
            <ac:picMk id="4" creationId="{0F25B9DB-7A1E-E11F-2BB0-BE32F9CB54A1}"/>
          </ac:picMkLst>
        </pc:picChg>
        <pc:picChg chg="del">
          <ac:chgData name="NORBERTO SUASTE HERNANDEZ" userId="33f504b7-a3cb-45c8-a1d9-4ae32b767d9f" providerId="ADAL" clId="{F7C762A9-755C-4205-AE78-FC46899E2075}" dt="2025-04-03T08:08:16.624" v="76" actId="478"/>
          <ac:picMkLst>
            <pc:docMk/>
            <pc:sldMk cId="1034804618" sldId="281"/>
            <ac:picMk id="70" creationId="{516B7FB9-F0CF-8E38-9F09-96B97C07A02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826EA03-F921-51AF-F02B-701D71CB72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D50A95A8-BEDD-29E5-ECEA-8E0FCD1AEE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06310F-FC15-4203-B258-D8431D16C15F}" type="datetimeFigureOut">
              <a:rPr lang="es-MX" smtClean="0"/>
              <a:t>03/04/2025</a:t>
            </a:fld>
            <a:endParaRPr lang="es-MX"/>
          </a:p>
        </p:txBody>
      </p:sp>
      <p:sp>
        <p:nvSpPr>
          <p:cNvPr id="4" name="Marcador de pie de página 3">
            <a:extLst>
              <a:ext uri="{FF2B5EF4-FFF2-40B4-BE49-F238E27FC236}">
                <a16:creationId xmlns:a16="http://schemas.microsoft.com/office/drawing/2014/main" id="{061BC4E0-6F0B-AA54-25FD-4B3956940C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14636909-BBC6-66C6-1B7A-1AB0B5D3B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54937D-959C-4247-8860-400213FFA181}" type="slidenum">
              <a:rPr lang="es-MX" smtClean="0"/>
              <a:t>‹Nº›</a:t>
            </a:fld>
            <a:endParaRPr lang="es-MX"/>
          </a:p>
        </p:txBody>
      </p:sp>
    </p:spTree>
    <p:extLst>
      <p:ext uri="{BB962C8B-B14F-4D97-AF65-F5344CB8AC3E}">
        <p14:creationId xmlns:p14="http://schemas.microsoft.com/office/powerpoint/2010/main" val="18403338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A5D47-DA48-4940-AA1F-4FB8FC12D704}" type="datetimeFigureOut">
              <a:rPr lang="en-MX" smtClean="0"/>
              <a:t>04/03/2025</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577B8-9CA5-4D43-AA3E-52057D37232D}" type="slidenum">
              <a:rPr lang="en-MX" smtClean="0"/>
              <a:t>‹Nº›</a:t>
            </a:fld>
            <a:endParaRPr lang="en-MX"/>
          </a:p>
        </p:txBody>
      </p:sp>
    </p:spTree>
    <p:extLst>
      <p:ext uri="{BB962C8B-B14F-4D97-AF65-F5344CB8AC3E}">
        <p14:creationId xmlns:p14="http://schemas.microsoft.com/office/powerpoint/2010/main" val="894118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system is designed with five key functionalities: it automatically analyzes candidate profiles, prioritizes candidates based on their potential, provides an intuitive interface for recruiters, supports continuous model improvement via feedback, and generates detailed reports to guide decision-making.</a:t>
            </a:r>
          </a:p>
          <a:p>
            <a:r>
              <a:rPr lang="en-US"/>
              <a:t>On the technical side, we’re leveraging NLP and machine learning to process and analyze candidate data effectively. Our infrastructure is built for scalability and security, ensuring compliance with privacy standards. An intuitive UI/UX enhances the user experience, while built-in performance metrics allow continuous system evaluation and improvement.</a:t>
            </a:r>
          </a:p>
          <a:p>
            <a:r>
              <a:rPr lang="en-US"/>
              <a:t>This overview covers the first part of our project. In the upcoming sections, we'll dive into additional aspects that further detail our innovative recruitment solution.</a:t>
            </a:r>
            <a:endParaRPr lang="en-MX"/>
          </a:p>
        </p:txBody>
      </p:sp>
      <p:sp>
        <p:nvSpPr>
          <p:cNvPr id="4" name="Slide Number Placeholder 3"/>
          <p:cNvSpPr>
            <a:spLocks noGrp="1"/>
          </p:cNvSpPr>
          <p:nvPr>
            <p:ph type="sldNum" sz="quarter" idx="5"/>
          </p:nvPr>
        </p:nvSpPr>
        <p:spPr/>
        <p:txBody>
          <a:bodyPr/>
          <a:lstStyle/>
          <a:p>
            <a:fld id="{7CF577B8-9CA5-4D43-AA3E-52057D37232D}" type="slidenum">
              <a:rPr lang="en-MX" smtClean="0"/>
              <a:t>3</a:t>
            </a:fld>
            <a:endParaRPr lang="en-MX"/>
          </a:p>
        </p:txBody>
      </p:sp>
    </p:spTree>
    <p:extLst>
      <p:ext uri="{BB962C8B-B14F-4D97-AF65-F5344CB8AC3E}">
        <p14:creationId xmlns:p14="http://schemas.microsoft.com/office/powerpoint/2010/main" val="3795451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MX"/>
          </a:p>
        </p:txBody>
      </p:sp>
      <p:sp>
        <p:nvSpPr>
          <p:cNvPr id="4" name="Slide Number Placeholder 3"/>
          <p:cNvSpPr>
            <a:spLocks noGrp="1"/>
          </p:cNvSpPr>
          <p:nvPr>
            <p:ph type="sldNum" sz="quarter" idx="5"/>
          </p:nvPr>
        </p:nvSpPr>
        <p:spPr/>
        <p:txBody>
          <a:bodyPr/>
          <a:lstStyle/>
          <a:p>
            <a:fld id="{7CF577B8-9CA5-4D43-AA3E-52057D37232D}" type="slidenum">
              <a:rPr lang="en-MX" smtClean="0"/>
              <a:t>4</a:t>
            </a:fld>
            <a:endParaRPr lang="en-MX"/>
          </a:p>
        </p:txBody>
      </p:sp>
    </p:spTree>
    <p:extLst>
      <p:ext uri="{BB962C8B-B14F-4D97-AF65-F5344CB8AC3E}">
        <p14:creationId xmlns:p14="http://schemas.microsoft.com/office/powerpoint/2010/main" val="1879733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Data Sources &amp; Ingestion:</a:t>
            </a:r>
            <a:r>
              <a:rPr lang="en-US"/>
              <a:t> Our architecture begins with diverse data sources, which feed into an ingestion layer where data is cleaned, standardized, and parsed. </a:t>
            </a:r>
            <a:r>
              <a:rPr lang="en-US" b="1"/>
              <a:t>Processing Layer:</a:t>
            </a:r>
            <a:r>
              <a:rPr lang="en-US"/>
              <a:t> The core processing layer utilizes NLP for feature extraction and ML models for candidate evaluation. This is where the real analysis happens. </a:t>
            </a:r>
            <a:r>
              <a:rPr lang="en-US" b="1"/>
              <a:t>Data Storage:</a:t>
            </a:r>
            <a:r>
              <a:rPr lang="en-US"/>
              <a:t> "All processed data, including candidate profiles, evaluation results, and feedback, is securely </a:t>
            </a:r>
            <a:r>
              <a:rPr lang="en-US" err="1"/>
              <a:t>stored."</a:t>
            </a:r>
            <a:r>
              <a:rPr lang="en-US" b="1" err="1"/>
              <a:t>Backend</a:t>
            </a:r>
            <a:r>
              <a:rPr lang="en-US" b="1"/>
              <a:t> &amp; Interface:</a:t>
            </a:r>
            <a:r>
              <a:rPr lang="en-US"/>
              <a:t> An application backend handles business logic and exposes APIs, while an intuitive dashboard provides recruiters with real-time insights and comprehensive reports. </a:t>
            </a:r>
            <a:r>
              <a:rPr lang="en-US" b="1"/>
              <a:t>Feedback Loop:</a:t>
            </a:r>
            <a:r>
              <a:rPr lang="en-US"/>
              <a:t> A dedicated feedback module captures recruiter input, enabling continuous retraining and improvement of our ML models.</a:t>
            </a:r>
            <a:endParaRPr lang="en-MX"/>
          </a:p>
        </p:txBody>
      </p:sp>
      <p:sp>
        <p:nvSpPr>
          <p:cNvPr id="4" name="Slide Number Placeholder 3"/>
          <p:cNvSpPr>
            <a:spLocks noGrp="1"/>
          </p:cNvSpPr>
          <p:nvPr>
            <p:ph type="sldNum" sz="quarter" idx="5"/>
          </p:nvPr>
        </p:nvSpPr>
        <p:spPr/>
        <p:txBody>
          <a:bodyPr/>
          <a:lstStyle/>
          <a:p>
            <a:fld id="{7CF577B8-9CA5-4D43-AA3E-52057D37232D}" type="slidenum">
              <a:rPr lang="en-MX" smtClean="0"/>
              <a:t>5</a:t>
            </a:fld>
            <a:endParaRPr lang="en-MX"/>
          </a:p>
        </p:txBody>
      </p:sp>
    </p:spTree>
    <p:extLst>
      <p:ext uri="{BB962C8B-B14F-4D97-AF65-F5344CB8AC3E}">
        <p14:creationId xmlns:p14="http://schemas.microsoft.com/office/powerpoint/2010/main" val="2682378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7CF577B8-9CA5-4D43-AA3E-52057D37232D}" type="slidenum">
              <a:rPr lang="en-MX" smtClean="0"/>
              <a:t>11</a:t>
            </a:fld>
            <a:endParaRPr lang="en-MX"/>
          </a:p>
        </p:txBody>
      </p:sp>
    </p:spTree>
    <p:extLst>
      <p:ext uri="{BB962C8B-B14F-4D97-AF65-F5344CB8AC3E}">
        <p14:creationId xmlns:p14="http://schemas.microsoft.com/office/powerpoint/2010/main" val="3434241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7CF577B8-9CA5-4D43-AA3E-52057D37232D}" type="slidenum">
              <a:rPr lang="en-MX" smtClean="0"/>
              <a:t>12</a:t>
            </a:fld>
            <a:endParaRPr lang="en-MX"/>
          </a:p>
        </p:txBody>
      </p:sp>
    </p:spTree>
    <p:extLst>
      <p:ext uri="{BB962C8B-B14F-4D97-AF65-F5344CB8AC3E}">
        <p14:creationId xmlns:p14="http://schemas.microsoft.com/office/powerpoint/2010/main" val="40151083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as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012B9F1-3566-B952-14FB-1BB75383F64A}"/>
              </a:ext>
            </a:extLst>
          </p:cNvPr>
          <p:cNvPicPr/>
          <p:nvPr userDrawn="1"/>
        </p:nvPicPr>
        <p:blipFill>
          <a:blip r:embed="rId2"/>
          <a:srcRect t="19"/>
          <a:stretch/>
        </p:blipFill>
        <p:spPr>
          <a:xfrm>
            <a:off x="20" y="1282"/>
            <a:ext cx="12191980" cy="6856718"/>
          </a:xfrm>
          <a:prstGeom prst="rect">
            <a:avLst/>
          </a:prstGeom>
        </p:spPr>
      </p:pic>
      <p:sp>
        <p:nvSpPr>
          <p:cNvPr id="8" name="CuadroTexto 7">
            <a:extLst>
              <a:ext uri="{FF2B5EF4-FFF2-40B4-BE49-F238E27FC236}">
                <a16:creationId xmlns:a16="http://schemas.microsoft.com/office/drawing/2014/main" id="{A00AF2C6-6C0D-223C-C458-FE2F123D6A2F}"/>
              </a:ext>
            </a:extLst>
          </p:cNvPr>
          <p:cNvSpPr txBox="1"/>
          <p:nvPr userDrawn="1"/>
        </p:nvSpPr>
        <p:spPr>
          <a:xfrm>
            <a:off x="1499608" y="478377"/>
            <a:ext cx="92134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400" b="1" i="0" u="none" strike="noStrike" kern="1200" cap="none" spc="0" normalizeH="0" baseline="0" noProof="0">
              <a:ln>
                <a:noFill/>
              </a:ln>
              <a:solidFill>
                <a:prstClr val="black"/>
              </a:solidFill>
              <a:effectLst/>
              <a:uLnTx/>
              <a:uFillTx/>
              <a:latin typeface="Montserrat" pitchFamily="2" charset="77"/>
              <a:ea typeface="+mn-ea"/>
              <a:cs typeface="+mn-cs"/>
            </a:endParaRPr>
          </a:p>
        </p:txBody>
      </p:sp>
      <p:sp>
        <p:nvSpPr>
          <p:cNvPr id="3" name="Marcador de título 1">
            <a:extLst>
              <a:ext uri="{FF2B5EF4-FFF2-40B4-BE49-F238E27FC236}">
                <a16:creationId xmlns:a16="http://schemas.microsoft.com/office/drawing/2014/main" id="{BF5C3A8C-6A60-4632-C01A-D07FF3FD37E0}"/>
              </a:ext>
            </a:extLst>
          </p:cNvPr>
          <p:cNvSpPr>
            <a:spLocks noGrp="1"/>
          </p:cNvSpPr>
          <p:nvPr>
            <p:ph type="title"/>
          </p:nvPr>
        </p:nvSpPr>
        <p:spPr>
          <a:xfrm>
            <a:off x="1489275" y="365125"/>
            <a:ext cx="9213449" cy="688171"/>
          </a:xfrm>
          <a:prstGeom prst="rect">
            <a:avLst/>
          </a:prstGeom>
        </p:spPr>
        <p:txBody>
          <a:bodyPr vert="horz" lIns="91440" tIns="45720" rIns="91440" bIns="45720" rtlCol="0" anchor="ctr">
            <a:normAutofit/>
          </a:bodyPr>
          <a:lstStyle>
            <a:lvl1pPr>
              <a:defRPr sz="2400" b="1">
                <a:solidFill>
                  <a:schemeClr val="tx1"/>
                </a:solidFill>
                <a:latin typeface="Montserrat" panose="00000500000000000000" pitchFamily="2" charset="0"/>
              </a:defRPr>
            </a:lvl1pPr>
          </a:lstStyle>
          <a:p>
            <a:endParaRPr lang="es-MX"/>
          </a:p>
        </p:txBody>
      </p:sp>
      <p:sp>
        <p:nvSpPr>
          <p:cNvPr id="11" name="Marcador de texto 2">
            <a:extLst>
              <a:ext uri="{FF2B5EF4-FFF2-40B4-BE49-F238E27FC236}">
                <a16:creationId xmlns:a16="http://schemas.microsoft.com/office/drawing/2014/main" id="{2E6E43F0-F269-E5E9-44BA-449E9BC9A1FB}"/>
              </a:ext>
            </a:extLst>
          </p:cNvPr>
          <p:cNvSpPr>
            <a:spLocks noGrp="1"/>
          </p:cNvSpPr>
          <p:nvPr>
            <p:ph type="body" sz="quarter" idx="10"/>
          </p:nvPr>
        </p:nvSpPr>
        <p:spPr>
          <a:xfrm>
            <a:off x="838200" y="1825625"/>
            <a:ext cx="10515600" cy="3833813"/>
          </a:xfrm>
          <a:prstGeom prst="rect">
            <a:avLst/>
          </a:prstGeom>
        </p:spPr>
        <p:txBody>
          <a:bodyPr/>
          <a:lstStyle>
            <a:lvl1pPr marL="0" indent="0">
              <a:buNone/>
              <a:defRPr sz="1800">
                <a:latin typeface="Montserrat" panose="00000500000000000000" pitchFamily="2" charset="0"/>
              </a:defRPr>
            </a:lvl1pPr>
          </a:lstStyle>
          <a:p>
            <a:pPr lvl="0"/>
            <a:endParaRPr lang="es-MX"/>
          </a:p>
        </p:txBody>
      </p:sp>
    </p:spTree>
    <p:extLst>
      <p:ext uri="{BB962C8B-B14F-4D97-AF65-F5344CB8AC3E}">
        <p14:creationId xmlns:p14="http://schemas.microsoft.com/office/powerpoint/2010/main" val="1057292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e 2">
    <p:spTree>
      <p:nvGrpSpPr>
        <p:cNvPr id="1" name=""/>
        <p:cNvGrpSpPr/>
        <p:nvPr/>
      </p:nvGrpSpPr>
      <p:grpSpPr>
        <a:xfrm>
          <a:off x="0" y="0"/>
          <a:ext cx="0" cy="0"/>
          <a:chOff x="0" y="0"/>
          <a:chExt cx="0" cy="0"/>
        </a:xfrm>
      </p:grpSpPr>
      <p:sp>
        <p:nvSpPr>
          <p:cNvPr id="9" name="Marcador de título 1">
            <a:extLst>
              <a:ext uri="{FF2B5EF4-FFF2-40B4-BE49-F238E27FC236}">
                <a16:creationId xmlns:a16="http://schemas.microsoft.com/office/drawing/2014/main" id="{A91C9D97-0483-E7DE-3849-C68007C1B77E}"/>
              </a:ext>
            </a:extLst>
          </p:cNvPr>
          <p:cNvSpPr>
            <a:spLocks noGrp="1"/>
          </p:cNvSpPr>
          <p:nvPr>
            <p:ph type="title"/>
          </p:nvPr>
        </p:nvSpPr>
        <p:spPr>
          <a:xfrm>
            <a:off x="1489275" y="365125"/>
            <a:ext cx="9213449" cy="688171"/>
          </a:xfrm>
          <a:prstGeom prst="rect">
            <a:avLst/>
          </a:prstGeom>
        </p:spPr>
        <p:txBody>
          <a:bodyPr vert="horz" lIns="91440" tIns="45720" rIns="91440" bIns="45720" rtlCol="0" anchor="ctr">
            <a:normAutofit/>
          </a:bodyPr>
          <a:lstStyle>
            <a:lvl1pPr>
              <a:defRPr sz="2400" b="1">
                <a:solidFill>
                  <a:srgbClr val="78D74B"/>
                </a:solidFill>
                <a:latin typeface="Montserrat" panose="00000500000000000000" pitchFamily="2" charset="0"/>
              </a:defRPr>
            </a:lvl1pPr>
          </a:lstStyle>
          <a:p>
            <a:endParaRPr lang="es-MX"/>
          </a:p>
        </p:txBody>
      </p:sp>
      <p:sp>
        <p:nvSpPr>
          <p:cNvPr id="10" name="Marcador de texto 2">
            <a:extLst>
              <a:ext uri="{FF2B5EF4-FFF2-40B4-BE49-F238E27FC236}">
                <a16:creationId xmlns:a16="http://schemas.microsoft.com/office/drawing/2014/main" id="{AE068411-4B10-430C-CC7C-984F21E5629B}"/>
              </a:ext>
            </a:extLst>
          </p:cNvPr>
          <p:cNvSpPr>
            <a:spLocks noGrp="1"/>
          </p:cNvSpPr>
          <p:nvPr>
            <p:ph idx="1"/>
          </p:nvPr>
        </p:nvSpPr>
        <p:spPr>
          <a:xfrm>
            <a:off x="838200" y="1825625"/>
            <a:ext cx="10515600" cy="3834395"/>
          </a:xfrm>
          <a:prstGeom prst="rect">
            <a:avLst/>
          </a:prstGeom>
        </p:spPr>
        <p:txBody>
          <a:bodyPr vert="horz" lIns="91440" tIns="45720" rIns="91440" bIns="45720" rtlCol="0">
            <a:normAutofit/>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763602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inal">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467294A1-90F4-DA8F-905D-44B09A4BE572}"/>
              </a:ext>
            </a:extLst>
          </p:cNvPr>
          <p:cNvPicPr/>
          <p:nvPr userDrawn="1"/>
        </p:nvPicPr>
        <p:blipFill>
          <a:blip r:embed="rId2"/>
          <a:srcRect t="19"/>
          <a:stretch/>
        </p:blipFill>
        <p:spPr>
          <a:xfrm>
            <a:off x="20" y="1282"/>
            <a:ext cx="12191980" cy="6856718"/>
          </a:xfrm>
          <a:prstGeom prst="rect">
            <a:avLst/>
          </a:prstGeom>
        </p:spPr>
      </p:pic>
      <p:sp>
        <p:nvSpPr>
          <p:cNvPr id="23" name="CuadroTexto 22">
            <a:extLst>
              <a:ext uri="{FF2B5EF4-FFF2-40B4-BE49-F238E27FC236}">
                <a16:creationId xmlns:a16="http://schemas.microsoft.com/office/drawing/2014/main" id="{A4881722-A47F-CB2E-D2C4-417C890A970F}"/>
              </a:ext>
            </a:extLst>
          </p:cNvPr>
          <p:cNvSpPr txBox="1"/>
          <p:nvPr userDrawn="1"/>
        </p:nvSpPr>
        <p:spPr>
          <a:xfrm>
            <a:off x="3450026" y="2015087"/>
            <a:ext cx="6094070" cy="1413913"/>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s-MX" sz="1800" b="0" i="0" u="none" strike="noStrike" kern="1200" cap="none" spc="0" normalizeH="0" baseline="0" noProof="0">
                <a:ln>
                  <a:noFill/>
                </a:ln>
                <a:solidFill>
                  <a:schemeClr val="bg1"/>
                </a:solidFill>
                <a:effectLst/>
                <a:uLnTx/>
                <a:uFillTx/>
                <a:latin typeface="Magallanes Black" panose="02000000000000000000" pitchFamily="2" charset="0"/>
                <a:ea typeface="+mn-ea"/>
                <a:cs typeface="+mn-cs"/>
              </a:rPr>
            </a:br>
            <a:br>
              <a:rPr kumimoji="0" lang="es-MX" sz="1800" b="0" i="0" u="none" strike="noStrike" kern="1200" cap="none" spc="0" normalizeH="0" baseline="0" noProof="0">
                <a:ln>
                  <a:noFill/>
                </a:ln>
                <a:solidFill>
                  <a:schemeClr val="bg1"/>
                </a:solidFill>
                <a:effectLst/>
                <a:uLnTx/>
                <a:uFillTx/>
                <a:latin typeface="Magallanes Black" panose="02000000000000000000" pitchFamily="2" charset="0"/>
                <a:ea typeface="+mn-ea"/>
                <a:cs typeface="+mn-cs"/>
              </a:rPr>
            </a:br>
            <a:br>
              <a:rPr kumimoji="0" lang="es-MX" sz="1800" b="0" i="0" u="none" strike="noStrike" kern="1200" cap="none" spc="0" normalizeH="0" baseline="0" noProof="0">
                <a:ln>
                  <a:noFill/>
                </a:ln>
                <a:solidFill>
                  <a:schemeClr val="bg1"/>
                </a:solidFill>
                <a:effectLst/>
                <a:uLnTx/>
                <a:uFillTx/>
                <a:latin typeface="Magallanes Black" panose="02000000000000000000" pitchFamily="2" charset="0"/>
                <a:ea typeface="+mn-ea"/>
                <a:cs typeface="+mn-cs"/>
              </a:rPr>
            </a:br>
            <a:r>
              <a:rPr kumimoji="0" lang="es-MX" sz="1600" b="0" i="0" u="none" strike="noStrike" kern="1200" cap="none" spc="0" normalizeH="0" baseline="0" noProof="0">
                <a:ln>
                  <a:noFill/>
                </a:ln>
                <a:solidFill>
                  <a:schemeClr val="bg1"/>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chemeClr val="bg1"/>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25" name="Marcador de texto 41">
            <a:extLst>
              <a:ext uri="{FF2B5EF4-FFF2-40B4-BE49-F238E27FC236}">
                <a16:creationId xmlns:a16="http://schemas.microsoft.com/office/drawing/2014/main" id="{2389A1C0-8342-75E7-E330-EDA2ABED9DA2}"/>
              </a:ext>
            </a:extLst>
          </p:cNvPr>
          <p:cNvSpPr>
            <a:spLocks noGrp="1"/>
          </p:cNvSpPr>
          <p:nvPr>
            <p:ph type="body" sz="quarter" idx="12"/>
          </p:nvPr>
        </p:nvSpPr>
        <p:spPr>
          <a:xfrm>
            <a:off x="4323875" y="3089116"/>
            <a:ext cx="5035404" cy="313706"/>
          </a:xfrm>
          <a:prstGeom prst="rect">
            <a:avLst/>
          </a:prstGeom>
        </p:spPr>
        <p:txBody>
          <a:bodyPr/>
          <a:lstStyle>
            <a:lvl1pPr marL="0" indent="0">
              <a:buNone/>
              <a:defRPr sz="1800">
                <a:solidFill>
                  <a:schemeClr val="bg1"/>
                </a:solidFill>
                <a:latin typeface="Magallanes Light" panose="02000000000000000000" charset="0"/>
              </a:defRPr>
            </a:lvl1pPr>
          </a:lstStyle>
          <a:p>
            <a:pPr lvl="0"/>
            <a:endParaRPr lang="es-MX"/>
          </a:p>
        </p:txBody>
      </p:sp>
      <p:sp>
        <p:nvSpPr>
          <p:cNvPr id="26" name="Marcador de texto 48">
            <a:extLst>
              <a:ext uri="{FF2B5EF4-FFF2-40B4-BE49-F238E27FC236}">
                <a16:creationId xmlns:a16="http://schemas.microsoft.com/office/drawing/2014/main" id="{0F3F4D1A-FB33-F69A-9D8A-3CF331BBA931}"/>
              </a:ext>
            </a:extLst>
          </p:cNvPr>
          <p:cNvSpPr>
            <a:spLocks noGrp="1"/>
          </p:cNvSpPr>
          <p:nvPr>
            <p:ph type="body" sz="quarter" idx="13"/>
          </p:nvPr>
        </p:nvSpPr>
        <p:spPr>
          <a:xfrm>
            <a:off x="4230236" y="2768858"/>
            <a:ext cx="4622430" cy="350179"/>
          </a:xfrm>
          <a:prstGeom prst="rect">
            <a:avLst/>
          </a:prstGeom>
        </p:spPr>
        <p:txBody>
          <a:bodyPr/>
          <a:lstStyle>
            <a:lvl1pPr marL="0" indent="0">
              <a:buNone/>
              <a:defRPr kumimoji="0" lang="es-MX" sz="1600" b="0" i="0" u="none" strike="noStrike" kern="1200" cap="none" spc="0" normalizeH="0" baseline="0" dirty="0">
                <a:ln>
                  <a:noFill/>
                </a:ln>
                <a:solidFill>
                  <a:schemeClr val="bg1"/>
                </a:solidFill>
                <a:effectLst/>
                <a:uLnTx/>
                <a:uFillTx/>
                <a:latin typeface="Magallanes Black" panose="02000000000000000000" pitchFamily="2" charset="0"/>
                <a:ea typeface="+mn-ea"/>
                <a:cs typeface="+mn-cs"/>
              </a:defRPr>
            </a:lvl1pPr>
          </a:lstStyle>
          <a:p>
            <a:pPr lvl="0"/>
            <a:endParaRPr lang="es-MX"/>
          </a:p>
        </p:txBody>
      </p:sp>
    </p:spTree>
    <p:extLst>
      <p:ext uri="{BB962C8B-B14F-4D97-AF65-F5344CB8AC3E}">
        <p14:creationId xmlns:p14="http://schemas.microsoft.com/office/powerpoint/2010/main" val="891699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EMSA">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FEMSA: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1" i="0" u="none" strike="noStrike" kern="1200" cap="none" spc="0" normalizeH="0" baseline="0" noProof="0">
                <a:ln>
                  <a:noFill/>
                </a:ln>
                <a:solidFill>
                  <a:prstClr val="white"/>
                </a:solidFill>
                <a:effectLst/>
                <a:uLnTx/>
                <a:uFillTx/>
                <a:latin typeface="Magallanes Light" panose="02000000000000000000" charset="0"/>
                <a:ea typeface="+mn-ea"/>
                <a:cs typeface="+mn-cs"/>
              </a:rPr>
              <a:t>OXXO Zero </a:t>
            </a:r>
            <a:r>
              <a:rPr kumimoji="0" lang="pt-BR" sz="2800" b="1" i="0" u="none" strike="noStrike" kern="1200" cap="none" spc="0" normalizeH="0" baseline="0" noProof="0" err="1">
                <a:ln>
                  <a:noFill/>
                </a:ln>
                <a:solidFill>
                  <a:prstClr val="white"/>
                </a:solidFill>
                <a:effectLst/>
                <a:uLnTx/>
                <a:uFillTx/>
                <a:latin typeface="Magallanes Light" panose="02000000000000000000" charset="0"/>
                <a:ea typeface="+mn-ea"/>
                <a:cs typeface="+mn-cs"/>
              </a:rPr>
              <a:t>Waste</a:t>
            </a:r>
            <a:r>
              <a:rPr kumimoji="0" lang="pt-BR" sz="2800" b="1" i="0" u="none" strike="noStrike" kern="1200" cap="none" spc="0" normalizeH="0" baseline="0" noProof="0">
                <a:ln>
                  <a:noFill/>
                </a:ln>
                <a:solidFill>
                  <a:prstClr val="white"/>
                </a:solidFill>
                <a:effectLst/>
                <a:uLnTx/>
                <a:uFillTx/>
                <a:latin typeface="Magallanes Light" panose="02000000000000000000" charset="0"/>
                <a:ea typeface="+mn-ea"/>
                <a:cs typeface="+mn-cs"/>
              </a:rPr>
              <a:t> </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Marcador de texto 41">
            <a:extLst>
              <a:ext uri="{FF2B5EF4-FFF2-40B4-BE49-F238E27FC236}">
                <a16:creationId xmlns:a16="http://schemas.microsoft.com/office/drawing/2014/main" id="{014BE90C-344C-35E6-0DD3-184130C63D69}"/>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7" name="Marcador de texto 48">
            <a:extLst>
              <a:ext uri="{FF2B5EF4-FFF2-40B4-BE49-F238E27FC236}">
                <a16:creationId xmlns:a16="http://schemas.microsoft.com/office/drawing/2014/main" id="{ED0C9A6E-2688-4296-7CC7-9993AE1DBEFD}"/>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8" name="CuadroTexto 7">
            <a:extLst>
              <a:ext uri="{FF2B5EF4-FFF2-40B4-BE49-F238E27FC236}">
                <a16:creationId xmlns:a16="http://schemas.microsoft.com/office/drawing/2014/main" id="{C2A65CFE-8AE9-FDD7-D00B-4609B645CAB7}"/>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085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anorte">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Banorte: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Experiencias </a:t>
            </a:r>
            <a:r>
              <a:rPr kumimoji="0" lang="pt-BR" sz="2800" b="0" i="0" u="none" strike="noStrike" kern="1200" cap="none" spc="0" normalizeH="0" baseline="0" noProof="0" err="1">
                <a:ln>
                  <a:noFill/>
                </a:ln>
                <a:solidFill>
                  <a:prstClr val="white"/>
                </a:solidFill>
                <a:effectLst/>
                <a:uLnTx/>
                <a:uFillTx/>
                <a:latin typeface="Magallanes Light" panose="02000000000000000000" charset="0"/>
                <a:ea typeface="+mn-ea"/>
                <a:cs typeface="+mn-cs"/>
              </a:rPr>
              <a:t>invisibles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Marcador de texto 41">
            <a:extLst>
              <a:ext uri="{FF2B5EF4-FFF2-40B4-BE49-F238E27FC236}">
                <a16:creationId xmlns:a16="http://schemas.microsoft.com/office/drawing/2014/main" id="{FA3D503A-E523-060A-098C-286BA87D0D72}"/>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6" name="Marcador de texto 48">
            <a:extLst>
              <a:ext uri="{FF2B5EF4-FFF2-40B4-BE49-F238E27FC236}">
                <a16:creationId xmlns:a16="http://schemas.microsoft.com/office/drawing/2014/main" id="{825739BE-B16E-A581-90E6-F94251004EA8}"/>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7" name="CuadroTexto 6">
            <a:extLst>
              <a:ext uri="{FF2B5EF4-FFF2-40B4-BE49-F238E27FC236}">
                <a16:creationId xmlns:a16="http://schemas.microsoft.com/office/drawing/2014/main" id="{D4FE0DC8-CC61-233A-C3A9-F9954733643E}"/>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6505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Remington">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Remington: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err="1">
                <a:ln>
                  <a:noFill/>
                </a:ln>
                <a:solidFill>
                  <a:prstClr val="white"/>
                </a:solidFill>
                <a:effectLst/>
                <a:uLnTx/>
                <a:uFillTx/>
                <a:latin typeface="Magallanes Light" panose="02000000000000000000" charset="0"/>
                <a:ea typeface="+mn-ea"/>
                <a:cs typeface="+mn-cs"/>
              </a:rPr>
              <a:t>MessLess</a:t>
            </a:r>
            <a:endParaRPr kumimoji="0" lang="es-MX" sz="4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Marcador de texto 41">
            <a:extLst>
              <a:ext uri="{FF2B5EF4-FFF2-40B4-BE49-F238E27FC236}">
                <a16:creationId xmlns:a16="http://schemas.microsoft.com/office/drawing/2014/main" id="{FD664201-590B-72B0-6F62-7CA5D10F058C}"/>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4" name="Marcador de texto 48">
            <a:extLst>
              <a:ext uri="{FF2B5EF4-FFF2-40B4-BE49-F238E27FC236}">
                <a16:creationId xmlns:a16="http://schemas.microsoft.com/office/drawing/2014/main" id="{545A3018-AEAB-1BDF-97D2-7EB3346F7CA5}"/>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5" name="CuadroTexto 4">
            <a:extLst>
              <a:ext uri="{FF2B5EF4-FFF2-40B4-BE49-F238E27FC236}">
                <a16:creationId xmlns:a16="http://schemas.microsoft.com/office/drawing/2014/main" id="{861D363F-D87E-5582-85DF-E726FFD112D6}"/>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5387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aikin">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25957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pt-BR" sz="2800" b="0" i="0" u="none" strike="noStrike" kern="1200" cap="none" spc="0" normalizeH="0" baseline="0" noProof="0" err="1">
                <a:ln>
                  <a:noFill/>
                </a:ln>
                <a:solidFill>
                  <a:prstClr val="white"/>
                </a:solidFill>
                <a:effectLst/>
                <a:uLnTx/>
                <a:uFillTx/>
                <a:latin typeface="Magallanes Black" panose="02000000000000000000" pitchFamily="2" charset="0"/>
                <a:ea typeface="+mn-ea"/>
                <a:cs typeface="+mn-cs"/>
              </a:rPr>
              <a:t>Daikin</a:t>
            </a: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 </a:t>
            </a:r>
            <a:r>
              <a:rPr kumimoji="0" lang="pt-BR"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Plataforma de venta de aires acondicionados </a:t>
            </a:r>
            <a:r>
              <a:rPr kumimoji="0" lang="pt-BR" sz="2800" b="0" i="0" u="none" strike="noStrike" kern="1200" cap="none" spc="0" normalizeH="0" baseline="0" noProof="0" err="1">
                <a:ln>
                  <a:noFill/>
                </a:ln>
                <a:solidFill>
                  <a:prstClr val="white"/>
                </a:solidFill>
                <a:effectLst/>
                <a:uLnTx/>
                <a:uFillTx/>
                <a:latin typeface="Magallanes Light" panose="02000000000000000000" charset="0"/>
                <a:ea typeface="+mn-ea"/>
                <a:cs typeface="+mn-cs"/>
              </a:rPr>
              <a:t>Daikin</a:t>
            </a:r>
            <a:br>
              <a:rPr kumimoji="0" lang="es-MX"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b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2EDB375C-F107-67AA-D102-5505402CCB58}"/>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3F8FE2D1-5667-374A-E289-08AD819B06CB}"/>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D7592F38-BAD6-553A-800A-E4C78A32F4E4}"/>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8161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IVA">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Viva: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Indicador de </a:t>
            </a:r>
            <a:r>
              <a:rPr kumimoji="0" lang="pt-BR" sz="2800" b="0" i="0" u="none" strike="noStrike" kern="1200" cap="none" spc="0" normalizeH="0" baseline="0" noProof="0" err="1">
                <a:ln>
                  <a:noFill/>
                </a:ln>
                <a:solidFill>
                  <a:prstClr val="white"/>
                </a:solidFill>
                <a:effectLst/>
                <a:uLnTx/>
                <a:uFillTx/>
                <a:latin typeface="Magallanes Light" panose="02000000000000000000" charset="0"/>
                <a:ea typeface="+mn-ea"/>
                <a:cs typeface="+mn-cs"/>
              </a:rPr>
              <a:t>Bienestar</a:t>
            </a:r>
            <a:r>
              <a:rPr kumimoji="0" lang="pt-BR"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 VIVA</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Marcador de texto 41">
            <a:extLst>
              <a:ext uri="{FF2B5EF4-FFF2-40B4-BE49-F238E27FC236}">
                <a16:creationId xmlns:a16="http://schemas.microsoft.com/office/drawing/2014/main" id="{396DE2A7-4977-DB5A-0B20-443D4A8D14A0}"/>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6" name="Marcador de texto 48">
            <a:extLst>
              <a:ext uri="{FF2B5EF4-FFF2-40B4-BE49-F238E27FC236}">
                <a16:creationId xmlns:a16="http://schemas.microsoft.com/office/drawing/2014/main" id="{AC702D34-F68A-B359-0FB7-1382C4094DC6}"/>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7" name="CuadroTexto 6">
            <a:extLst>
              <a:ext uri="{FF2B5EF4-FFF2-40B4-BE49-F238E27FC236}">
                <a16:creationId xmlns:a16="http://schemas.microsoft.com/office/drawing/2014/main" id="{D5672D5F-9312-2861-9704-667B912D5F69}"/>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6654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Xcaret">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504336" y="3812958"/>
            <a:ext cx="6556864" cy="87177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es-MX"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Xcaret: </a:t>
            </a:r>
            <a:r>
              <a:rPr kumimoji="0" lang="es-MX"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México en cada rincón: Descúbrelo, Vívelo, Enamórate </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B2DB98FF-6E4F-97C6-4AD3-F4D76EEA3252}"/>
              </a:ext>
            </a:extLst>
          </p:cNvPr>
          <p:cNvSpPr>
            <a:spLocks noGrp="1"/>
          </p:cNvSpPr>
          <p:nvPr>
            <p:ph type="body" sz="quarter" idx="12"/>
          </p:nvPr>
        </p:nvSpPr>
        <p:spPr>
          <a:xfrm>
            <a:off x="137818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90DC3112-B1F1-739F-C3C9-98ECA1A1C634}"/>
              </a:ext>
            </a:extLst>
          </p:cNvPr>
          <p:cNvSpPr>
            <a:spLocks noGrp="1"/>
          </p:cNvSpPr>
          <p:nvPr>
            <p:ph type="body" sz="quarter" idx="13"/>
          </p:nvPr>
        </p:nvSpPr>
        <p:spPr>
          <a:xfrm>
            <a:off x="128454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F5EE3F56-C594-B296-A171-94F20A04F9CA}"/>
              </a:ext>
            </a:extLst>
          </p:cNvPr>
          <p:cNvSpPr txBox="1"/>
          <p:nvPr userDrawn="1"/>
        </p:nvSpPr>
        <p:spPr>
          <a:xfrm>
            <a:off x="50433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6790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insa">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87177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es-MX"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PINSA: </a:t>
            </a:r>
            <a:r>
              <a:rPr kumimoji="0" lang="es-MX"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Optimización de tiempos y consumos de agua</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8C5A07A2-0DD8-7C30-F872-91516AAA4CCA}"/>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2FC62444-198D-2792-A5DA-231EDEF062DC}"/>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E69148C2-AD14-07E4-7268-CEF6B04F39FC}"/>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0770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PE">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HPE: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err="1">
                <a:ln>
                  <a:noFill/>
                </a:ln>
                <a:solidFill>
                  <a:prstClr val="white"/>
                </a:solidFill>
                <a:effectLst/>
                <a:uLnTx/>
                <a:uFillTx/>
                <a:latin typeface="Magallanes Light" panose="02000000000000000000" charset="0"/>
                <a:ea typeface="+mn-ea"/>
                <a:cs typeface="+mn-cs"/>
              </a:rPr>
              <a:t>Evolving</a:t>
            </a:r>
            <a:r>
              <a:rPr kumimoji="0" lang="pt-BR"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 Site Experience</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AE1450A0-94B9-FEE5-FF11-2F06A45B4FE7}"/>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9CB2AD76-D087-ADBD-3D99-AF61FEDE7898}"/>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0CB33BCA-47A1-4903-3B30-16DBD42AC755}"/>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392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IA">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343504"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en-US"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KIA: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Case Rack Automatic Management </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400EA9D9-1426-E9DF-D838-316F3A6E53F9}"/>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BC0E76A9-93E3-E280-9A2E-8AE4848E4013}"/>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03FF0387-BD69-3EB8-12DC-0B36D287EB2E}"/>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2616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cmilenio">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485744" cy="87177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es-MX"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Tecmilenio: </a:t>
            </a:r>
            <a:r>
              <a:rPr kumimoji="0" lang="es-MX"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Minecraft: diseño de experiencias con propósito</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Marcador de texto 41">
            <a:extLst>
              <a:ext uri="{FF2B5EF4-FFF2-40B4-BE49-F238E27FC236}">
                <a16:creationId xmlns:a16="http://schemas.microsoft.com/office/drawing/2014/main" id="{703C23C2-7B2B-4DAE-4D78-A0A399004AA7}"/>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3" name="Marcador de texto 48">
            <a:extLst>
              <a:ext uri="{FF2B5EF4-FFF2-40B4-BE49-F238E27FC236}">
                <a16:creationId xmlns:a16="http://schemas.microsoft.com/office/drawing/2014/main" id="{D5441E69-A863-C665-033A-05BB8EA4AC79}"/>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4" name="CuadroTexto 3">
            <a:extLst>
              <a:ext uri="{FF2B5EF4-FFF2-40B4-BE49-F238E27FC236}">
                <a16:creationId xmlns:a16="http://schemas.microsoft.com/office/drawing/2014/main" id="{ECCA97C6-032E-F8B4-56AA-CDA0FA840509}"/>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0378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ech Mahindra">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1ABA2ACA-3D56-2F42-E45D-3FD655E60B85}"/>
              </a:ext>
            </a:extLst>
          </p:cNvPr>
          <p:cNvPicPr/>
          <p:nvPr userDrawn="1"/>
        </p:nvPicPr>
        <p:blipFill>
          <a:blip r:embed="rId2"/>
          <a:srcRect b="19"/>
          <a:stretch/>
        </p:blipFill>
        <p:spPr>
          <a:xfrm>
            <a:off x="20" y="1282"/>
            <a:ext cx="12191980" cy="6856718"/>
          </a:xfrm>
          <a:prstGeom prst="rect">
            <a:avLst/>
          </a:prstGeom>
        </p:spPr>
      </p:pic>
      <p:sp>
        <p:nvSpPr>
          <p:cNvPr id="43" name="CuadroTexto 42">
            <a:extLst>
              <a:ext uri="{FF2B5EF4-FFF2-40B4-BE49-F238E27FC236}">
                <a16:creationId xmlns:a16="http://schemas.microsoft.com/office/drawing/2014/main" id="{A1DB70EF-26D5-0C70-4AB1-DEE7844108E9}"/>
              </a:ext>
            </a:extLst>
          </p:cNvPr>
          <p:cNvSpPr txBox="1"/>
          <p:nvPr userDrawn="1"/>
        </p:nvSpPr>
        <p:spPr>
          <a:xfrm>
            <a:off x="697376" y="3812958"/>
            <a:ext cx="6094070" cy="100001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pt-BR"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Reto </a:t>
            </a:r>
            <a:r>
              <a:rPr kumimoji="0" lang="en-US" sz="2800" b="0" i="0" u="none" strike="noStrike" kern="1200" cap="none" spc="0" normalizeH="0" baseline="0" noProof="0">
                <a:ln>
                  <a:noFill/>
                </a:ln>
                <a:solidFill>
                  <a:prstClr val="white"/>
                </a:solidFill>
                <a:effectLst/>
                <a:uLnTx/>
                <a:uFillTx/>
                <a:latin typeface="Magallanes Black" panose="02000000000000000000" pitchFamily="2" charset="0"/>
                <a:ea typeface="+mn-ea"/>
                <a:cs typeface="+mn-cs"/>
              </a:rPr>
              <a:t>Tech Mahindra: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prstClr val="white"/>
                </a:solidFill>
                <a:effectLst/>
                <a:uLnTx/>
                <a:uFillTx/>
                <a:latin typeface="Magallanes Light" panose="02000000000000000000" charset="0"/>
                <a:ea typeface="+mn-ea"/>
                <a:cs typeface="+mn-cs"/>
              </a:rPr>
              <a:t>AI Talent Matcher</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Marcador de texto 41">
            <a:extLst>
              <a:ext uri="{FF2B5EF4-FFF2-40B4-BE49-F238E27FC236}">
                <a16:creationId xmlns:a16="http://schemas.microsoft.com/office/drawing/2014/main" id="{99647813-0F1F-9BE8-5624-4F931D955D3F}"/>
              </a:ext>
            </a:extLst>
          </p:cNvPr>
          <p:cNvSpPr>
            <a:spLocks noGrp="1"/>
          </p:cNvSpPr>
          <p:nvPr>
            <p:ph type="body" sz="quarter" idx="12"/>
          </p:nvPr>
        </p:nvSpPr>
        <p:spPr>
          <a:xfrm>
            <a:off x="1571225" y="5293387"/>
            <a:ext cx="5035404" cy="313706"/>
          </a:xfrm>
          <a:prstGeom prst="rect">
            <a:avLst/>
          </a:prstGeom>
        </p:spPr>
        <p:txBody>
          <a:bodyPr/>
          <a:lstStyle>
            <a:lvl1pPr marL="0" indent="0">
              <a:buNone/>
              <a:defRPr sz="1800">
                <a:solidFill>
                  <a:srgbClr val="78D74B"/>
                </a:solidFill>
                <a:latin typeface="Magallanes Light" panose="02000000000000000000" charset="0"/>
              </a:defRPr>
            </a:lvl1pPr>
          </a:lstStyle>
          <a:p>
            <a:pPr lvl="0"/>
            <a:endParaRPr lang="es-MX"/>
          </a:p>
        </p:txBody>
      </p:sp>
      <p:sp>
        <p:nvSpPr>
          <p:cNvPr id="6" name="Marcador de texto 48">
            <a:extLst>
              <a:ext uri="{FF2B5EF4-FFF2-40B4-BE49-F238E27FC236}">
                <a16:creationId xmlns:a16="http://schemas.microsoft.com/office/drawing/2014/main" id="{8C9AE90D-8D13-41AB-062C-BF394AC7B413}"/>
              </a:ext>
            </a:extLst>
          </p:cNvPr>
          <p:cNvSpPr>
            <a:spLocks noGrp="1"/>
          </p:cNvSpPr>
          <p:nvPr>
            <p:ph type="body" sz="quarter" idx="13"/>
          </p:nvPr>
        </p:nvSpPr>
        <p:spPr>
          <a:xfrm>
            <a:off x="1477586" y="4973129"/>
            <a:ext cx="4622430" cy="350179"/>
          </a:xfrm>
          <a:prstGeom prst="rect">
            <a:avLst/>
          </a:prstGeom>
        </p:spPr>
        <p:txBody>
          <a:bodyPr/>
          <a:lstStyle>
            <a:lvl1pPr marL="0" indent="0">
              <a:buNone/>
              <a:defRPr kumimoji="0" lang="es-MX" sz="1600" b="0" i="0" u="none" strike="noStrike" kern="1200" cap="none" spc="0" normalizeH="0" baseline="0" dirty="0">
                <a:ln>
                  <a:noFill/>
                </a:ln>
                <a:solidFill>
                  <a:srgbClr val="70D44B"/>
                </a:solidFill>
                <a:effectLst/>
                <a:uLnTx/>
                <a:uFillTx/>
                <a:latin typeface="Magallanes Black" panose="02000000000000000000" pitchFamily="2" charset="0"/>
                <a:ea typeface="+mn-ea"/>
                <a:cs typeface="+mn-cs"/>
              </a:defRPr>
            </a:lvl1pPr>
          </a:lstStyle>
          <a:p>
            <a:pPr lvl="0"/>
            <a:endParaRPr lang="es-MX"/>
          </a:p>
        </p:txBody>
      </p:sp>
      <p:sp>
        <p:nvSpPr>
          <p:cNvPr id="7" name="CuadroTexto 6">
            <a:extLst>
              <a:ext uri="{FF2B5EF4-FFF2-40B4-BE49-F238E27FC236}">
                <a16:creationId xmlns:a16="http://schemas.microsoft.com/office/drawing/2014/main" id="{808C651A-6E29-F6AE-FD18-768C44E9623E}"/>
              </a:ext>
            </a:extLst>
          </p:cNvPr>
          <p:cNvSpPr txBox="1"/>
          <p:nvPr userDrawn="1"/>
        </p:nvSpPr>
        <p:spPr>
          <a:xfrm>
            <a:off x="697376" y="4973129"/>
            <a:ext cx="1791824" cy="66601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Black" panose="02000000000000000000" pitchFamily="2" charset="0"/>
                <a:ea typeface="+mn-ea"/>
                <a:cs typeface="+mn-cs"/>
              </a:rPr>
              <a:t>Equipo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a:ln>
                  <a:noFill/>
                </a:ln>
                <a:solidFill>
                  <a:srgbClr val="70D44B"/>
                </a:solidFill>
                <a:effectLst/>
                <a:uLnTx/>
                <a:uFillTx/>
                <a:latin typeface="Magallanes Light" panose="02000000000000000000" pitchFamily="2" charset="0"/>
                <a:ea typeface="+mn-ea"/>
                <a:cs typeface="+mn-cs"/>
              </a:rPr>
              <a:t>Campus</a:t>
            </a: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2110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sideraciones">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012B9F1-3566-B952-14FB-1BB75383F64A}"/>
              </a:ext>
            </a:extLst>
          </p:cNvPr>
          <p:cNvPicPr/>
          <p:nvPr userDrawn="1"/>
        </p:nvPicPr>
        <p:blipFill>
          <a:blip r:embed="rId2"/>
          <a:srcRect t="19"/>
          <a:stretch/>
        </p:blipFill>
        <p:spPr>
          <a:xfrm>
            <a:off x="20" y="1282"/>
            <a:ext cx="12191980" cy="6856718"/>
          </a:xfrm>
          <a:prstGeom prst="rect">
            <a:avLst/>
          </a:prstGeom>
        </p:spPr>
      </p:pic>
      <p:sp>
        <p:nvSpPr>
          <p:cNvPr id="8" name="CuadroTexto 7">
            <a:extLst>
              <a:ext uri="{FF2B5EF4-FFF2-40B4-BE49-F238E27FC236}">
                <a16:creationId xmlns:a16="http://schemas.microsoft.com/office/drawing/2014/main" id="{A00AF2C6-6C0D-223C-C458-FE2F123D6A2F}"/>
              </a:ext>
            </a:extLst>
          </p:cNvPr>
          <p:cNvSpPr txBox="1"/>
          <p:nvPr userDrawn="1"/>
        </p:nvSpPr>
        <p:spPr>
          <a:xfrm>
            <a:off x="1499608" y="478377"/>
            <a:ext cx="92134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prstClr val="black"/>
                </a:solidFill>
                <a:effectLst/>
                <a:uLnTx/>
                <a:uFillTx/>
                <a:latin typeface="Montserrat" pitchFamily="2" charset="77"/>
                <a:ea typeface="+mn-ea"/>
                <a:cs typeface="+mn-cs"/>
              </a:rPr>
              <a:t>Consideraciones iniciales para el equipo</a:t>
            </a:r>
          </a:p>
        </p:txBody>
      </p:sp>
      <p:sp>
        <p:nvSpPr>
          <p:cNvPr id="9" name="CuadroTexto 8">
            <a:extLst>
              <a:ext uri="{FF2B5EF4-FFF2-40B4-BE49-F238E27FC236}">
                <a16:creationId xmlns:a16="http://schemas.microsoft.com/office/drawing/2014/main" id="{19845129-2EBF-067A-35DB-F0F65EE926C2}"/>
              </a:ext>
            </a:extLst>
          </p:cNvPr>
          <p:cNvSpPr txBox="1"/>
          <p:nvPr userDrawn="1"/>
        </p:nvSpPr>
        <p:spPr>
          <a:xfrm>
            <a:off x="790413" y="1417137"/>
            <a:ext cx="10631837" cy="5353260"/>
          </a:xfrm>
          <a:prstGeom prst="rect">
            <a:avLst/>
          </a:prstGeom>
          <a:noFill/>
        </p:spPr>
        <p:txBody>
          <a:bodyPr wrap="square" rtlCol="0">
            <a:spAutoFit/>
          </a:bodyPr>
          <a:lstStyle/>
          <a:p>
            <a:pPr marL="285750" marR="0" lvl="0" indent="-28575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Char char="§"/>
              <a:tabLst/>
              <a:defRPr/>
            </a:pPr>
            <a:r>
              <a:rPr kumimoji="0" lang="es-MX" sz="2200" b="0" i="0" u="none"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Este es un ejemplo de formato de presentación, no es obligatorio ni definitivo. Cada equipo debe revisar y ajustar su presentación según sea necesario, asegurándose de cubrir todos los puntos de la rúbrica de evaluación. Cada equipo tiene la responsabilidad de asegurarse de que su presentación cumpla con los criterios establecidos.</a:t>
            </a:r>
          </a:p>
          <a:p>
            <a:pPr marL="285750" marR="0" lvl="0" indent="-28575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Char char="§"/>
              <a:tabLst/>
              <a:defRPr/>
            </a:pPr>
            <a:r>
              <a:rPr kumimoji="0" lang="es-MX" sz="2200" b="0" i="0" u="none"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La presentación debe seguir un formato ejecutivo, con un diseño limpio, claro, ordenado y visualmente atractivo.</a:t>
            </a:r>
          </a:p>
          <a:p>
            <a:pPr marL="285750" marR="0" lvl="0" indent="-28575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Char char="§"/>
              <a:tabLst/>
              <a:defRPr/>
            </a:pPr>
            <a:r>
              <a:rPr kumimoji="0" lang="es-MX" sz="2200" b="0" i="0" u="none"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El tiempo máximo de la presentación para esta fase 1 es de </a:t>
            </a:r>
            <a:r>
              <a:rPr kumimoji="0" lang="es-MX" sz="2200" b="0" i="0" u="sng"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10 minutos</a:t>
            </a:r>
            <a:r>
              <a:rPr kumimoji="0" lang="es-MX" sz="2200" b="0" i="0" u="none"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 Pueden agregar diapositivas si es necesario, siempre que mantengan la estructura de la presentación y respeten el tiempo límite.</a:t>
            </a:r>
          </a:p>
          <a:p>
            <a:pPr marL="285750" marR="0" lvl="0" indent="-28575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Char char="§"/>
              <a:tabLst/>
              <a:defRPr/>
            </a:pPr>
            <a:r>
              <a:rPr kumimoji="0" lang="es-MX" sz="2200" b="0" i="0" u="none" strike="noStrike" kern="1200" cap="none" spc="0" normalizeH="0" baseline="0" noProof="0">
                <a:ln>
                  <a:noFill/>
                </a:ln>
                <a:solidFill>
                  <a:prstClr val="black">
                    <a:lumMod val="75000"/>
                    <a:lumOff val="25000"/>
                  </a:prstClr>
                </a:solidFill>
                <a:effectLst/>
                <a:uLnTx/>
                <a:uFillTx/>
                <a:latin typeface="Magallanes Regular" panose="02000000000000000000" pitchFamily="2" charset="0"/>
                <a:ea typeface="+mn-ea"/>
                <a:cs typeface="+mn-cs"/>
              </a:rPr>
              <a:t>Al entregar su propuesta, pueden anexar documentos adicionales que consideren pertinentes, como cuestionarios, tablas, entre otros.</a:t>
            </a:r>
          </a:p>
          <a:p>
            <a:pPr marL="0" marR="0" lvl="0" indent="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None/>
              <a:tabLst/>
              <a:defRPr/>
            </a:pPr>
            <a:endParaRPr kumimoji="0" lang="es-MX" sz="1800" b="0" i="0" u="none" strike="noStrike" kern="1200" cap="none" spc="0" normalizeH="0" baseline="0" noProof="0">
              <a:ln>
                <a:noFill/>
              </a:ln>
              <a:solidFill>
                <a:srgbClr val="70D44B"/>
              </a:solidFill>
              <a:effectLst/>
              <a:uLnTx/>
              <a:uFillTx/>
              <a:latin typeface="Magallanes Regular" panose="02000000000000000000" pitchFamily="2" charset="0"/>
              <a:ea typeface="+mn-ea"/>
              <a:cs typeface="+mn-cs"/>
            </a:endParaRPr>
          </a:p>
          <a:p>
            <a:pPr marL="0" marR="0" lvl="0" indent="0" algn="just" defTabSz="914400" rtl="0" eaLnBrk="1" fontAlgn="auto" latinLnBrk="0" hangingPunct="1">
              <a:lnSpc>
                <a:spcPct val="90000"/>
              </a:lnSpc>
              <a:spcBef>
                <a:spcPts val="1000"/>
              </a:spcBef>
              <a:spcAft>
                <a:spcPts val="1200"/>
              </a:spcAft>
              <a:buClr>
                <a:srgbClr val="70D44B"/>
              </a:buClr>
              <a:buSzTx/>
              <a:buFont typeface="Wingdings" panose="05000000000000000000" pitchFamily="2" charset="2"/>
              <a:buNone/>
              <a:tabLst/>
              <a:defRPr/>
            </a:pPr>
            <a:r>
              <a:rPr kumimoji="0" lang="es-MX" sz="1800" b="0" i="0" u="none" strike="noStrike" kern="1200" cap="none" spc="0" normalizeH="0" baseline="0" noProof="0">
                <a:ln>
                  <a:noFill/>
                </a:ln>
                <a:solidFill>
                  <a:srgbClr val="70D44B"/>
                </a:solidFill>
                <a:effectLst/>
                <a:uLnTx/>
                <a:uFillTx/>
                <a:latin typeface="Magallanes Regular" panose="02000000000000000000" pitchFamily="2" charset="0"/>
                <a:ea typeface="+mn-ea"/>
                <a:cs typeface="+mn-cs"/>
              </a:rPr>
              <a:t>NOTA: ESTA DIAPOSITIVA DEBE OMITIRSE EN LA ENTREGA Y PRESENTACIÓN DE SU PROPUESTA.</a:t>
            </a:r>
          </a:p>
        </p:txBody>
      </p:sp>
    </p:spTree>
    <p:extLst>
      <p:ext uri="{BB962C8B-B14F-4D97-AF65-F5344CB8AC3E}">
        <p14:creationId xmlns:p14="http://schemas.microsoft.com/office/powerpoint/2010/main" val="775576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C075D4D8-D5D4-A952-E47F-664BD672859A}"/>
              </a:ext>
            </a:extLst>
          </p:cNvPr>
          <p:cNvPicPr/>
          <p:nvPr userDrawn="1"/>
        </p:nvPicPr>
        <p:blipFill>
          <a:blip r:embed="rId17"/>
          <a:srcRect t="19"/>
          <a:stretch/>
        </p:blipFill>
        <p:spPr>
          <a:xfrm>
            <a:off x="20" y="1282"/>
            <a:ext cx="12191980" cy="6856718"/>
          </a:xfrm>
          <a:prstGeom prst="rect">
            <a:avLst/>
          </a:prstGeom>
        </p:spPr>
      </p:pic>
    </p:spTree>
    <p:extLst>
      <p:ext uri="{BB962C8B-B14F-4D97-AF65-F5344CB8AC3E}">
        <p14:creationId xmlns:p14="http://schemas.microsoft.com/office/powerpoint/2010/main" val="2249421598"/>
      </p:ext>
    </p:extLst>
  </p:cSld>
  <p:clrMap bg1="lt1" tx1="dk1" bg2="lt2" tx2="dk2" accent1="accent1" accent2="accent2" accent3="accent3" accent4="accent4" accent5="accent5" accent6="accent6" hlink="hlink" folHlink="folHlink"/>
  <p:sldLayoutIdLst>
    <p:sldLayoutId id="2147483683" r:id="rId1"/>
    <p:sldLayoutId id="2147483669" r:id="rId2"/>
    <p:sldLayoutId id="2147483664" r:id="rId3"/>
    <p:sldLayoutId id="2147483670" r:id="rId4"/>
    <p:sldLayoutId id="2147483671" r:id="rId5"/>
    <p:sldLayoutId id="2147483672" r:id="rId6"/>
    <p:sldLayoutId id="2147483673" r:id="rId7"/>
    <p:sldLayoutId id="2147483675" r:id="rId8"/>
    <p:sldLayoutId id="2147483676" r:id="rId9"/>
    <p:sldLayoutId id="2147483677" r:id="rId10"/>
    <p:sldLayoutId id="2147483678" r:id="rId11"/>
    <p:sldLayoutId id="2147483680" r:id="rId12"/>
    <p:sldLayoutId id="2147483681" r:id="rId13"/>
    <p:sldLayoutId id="2147483682" r:id="rId14"/>
    <p:sldLayoutId id="214748366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185C5F8-D990-792B-1CD3-10E9AB90A33E}"/>
              </a:ext>
            </a:extLst>
          </p:cNvPr>
          <p:cNvSpPr>
            <a:spLocks noGrp="1"/>
          </p:cNvSpPr>
          <p:nvPr>
            <p:ph type="body" sz="quarter" idx="12"/>
          </p:nvPr>
        </p:nvSpPr>
        <p:spPr/>
        <p:txBody>
          <a:bodyPr/>
          <a:lstStyle/>
          <a:p>
            <a:r>
              <a:rPr lang="es-MX"/>
              <a:t>Las Torres</a:t>
            </a:r>
          </a:p>
        </p:txBody>
      </p:sp>
      <p:sp>
        <p:nvSpPr>
          <p:cNvPr id="3" name="Marcador de texto 2">
            <a:extLst>
              <a:ext uri="{FF2B5EF4-FFF2-40B4-BE49-F238E27FC236}">
                <a16:creationId xmlns:a16="http://schemas.microsoft.com/office/drawing/2014/main" id="{7856B9CA-8CE0-F947-5E7B-CA1C4CA69226}"/>
              </a:ext>
            </a:extLst>
          </p:cNvPr>
          <p:cNvSpPr>
            <a:spLocks noGrp="1"/>
          </p:cNvSpPr>
          <p:nvPr>
            <p:ph type="body" sz="quarter" idx="13"/>
          </p:nvPr>
        </p:nvSpPr>
        <p:spPr/>
        <p:txBody>
          <a:bodyPr lIns="91440" tIns="45720" rIns="91440" bIns="45720" anchor="t"/>
          <a:lstStyle/>
          <a:p>
            <a:r>
              <a:rPr lang="es-MX">
                <a:latin typeface="Magallanes Black"/>
              </a:rPr>
              <a:t>Red Team</a:t>
            </a:r>
            <a:endParaRPr lang="en-US"/>
          </a:p>
        </p:txBody>
      </p:sp>
    </p:spTree>
    <p:extLst>
      <p:ext uri="{BB962C8B-B14F-4D97-AF65-F5344CB8AC3E}">
        <p14:creationId xmlns:p14="http://schemas.microsoft.com/office/powerpoint/2010/main" val="36525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24B8-B1A7-CA3D-CD73-739846CF65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39D176-C3B0-13C2-BC74-971F355570D3}"/>
              </a:ext>
            </a:extLst>
          </p:cNvPr>
          <p:cNvSpPr>
            <a:spLocks noGrp="1"/>
          </p:cNvSpPr>
          <p:nvPr>
            <p:ph type="title"/>
          </p:nvPr>
        </p:nvSpPr>
        <p:spPr/>
        <p:txBody>
          <a:bodyPr/>
          <a:lstStyle/>
          <a:p>
            <a:r>
              <a:rPr lang="es-MX"/>
              <a:t>Team </a:t>
            </a:r>
            <a:r>
              <a:rPr lang="es-MX" err="1"/>
              <a:t>members</a:t>
            </a:r>
            <a:endParaRPr lang="es-MX"/>
          </a:p>
        </p:txBody>
      </p:sp>
      <p:pic>
        <p:nvPicPr>
          <p:cNvPr id="13" name="Picture 12" descr="A group of men in circles with labels&#10;&#10;AI-generated content may be incorrect.">
            <a:extLst>
              <a:ext uri="{FF2B5EF4-FFF2-40B4-BE49-F238E27FC236}">
                <a16:creationId xmlns:a16="http://schemas.microsoft.com/office/drawing/2014/main" id="{04061D2F-D25F-6AF2-EFC9-7370AF90FE6E}"/>
              </a:ext>
            </a:extLst>
          </p:cNvPr>
          <p:cNvPicPr>
            <a:picLocks noChangeAspect="1"/>
          </p:cNvPicPr>
          <p:nvPr/>
        </p:nvPicPr>
        <p:blipFill>
          <a:blip r:embed="rId2"/>
          <a:srcRect l="17" t="12783" r="-1" b="22310"/>
          <a:stretch/>
        </p:blipFill>
        <p:spPr>
          <a:xfrm>
            <a:off x="609599" y="1196171"/>
            <a:ext cx="10972800" cy="4218793"/>
          </a:xfrm>
          <a:prstGeom prst="rect">
            <a:avLst/>
          </a:prstGeom>
        </p:spPr>
      </p:pic>
    </p:spTree>
    <p:extLst>
      <p:ext uri="{BB962C8B-B14F-4D97-AF65-F5344CB8AC3E}">
        <p14:creationId xmlns:p14="http://schemas.microsoft.com/office/powerpoint/2010/main" val="1707006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D7064-6524-8F02-5B91-38AC90BE15A3}"/>
              </a:ext>
            </a:extLst>
          </p:cNvPr>
          <p:cNvSpPr>
            <a:spLocks noGrp="1"/>
          </p:cNvSpPr>
          <p:nvPr>
            <p:ph type="title"/>
          </p:nvPr>
        </p:nvSpPr>
        <p:spPr/>
        <p:txBody>
          <a:bodyPr/>
          <a:lstStyle/>
          <a:p>
            <a:r>
              <a:rPr lang="es-MX"/>
              <a:t>System </a:t>
            </a:r>
            <a:r>
              <a:rPr lang="es-MX" err="1"/>
              <a:t>Documentation</a:t>
            </a:r>
            <a:r>
              <a:rPr lang="es-MX"/>
              <a:t> &amp; </a:t>
            </a:r>
            <a:r>
              <a:rPr lang="es-MX" err="1"/>
              <a:t>Architecture</a:t>
            </a:r>
            <a:endParaRPr lang="es-MX" b="1"/>
          </a:p>
        </p:txBody>
      </p:sp>
      <p:sp>
        <p:nvSpPr>
          <p:cNvPr id="3" name="Marcador de texto 2">
            <a:extLst>
              <a:ext uri="{FF2B5EF4-FFF2-40B4-BE49-F238E27FC236}">
                <a16:creationId xmlns:a16="http://schemas.microsoft.com/office/drawing/2014/main" id="{7C72E5F9-E51D-73F6-30DB-6970BC2867DA}"/>
              </a:ext>
            </a:extLst>
          </p:cNvPr>
          <p:cNvSpPr>
            <a:spLocks noGrp="1"/>
          </p:cNvSpPr>
          <p:nvPr>
            <p:ph type="body" sz="quarter" idx="10"/>
          </p:nvPr>
        </p:nvSpPr>
        <p:spPr>
          <a:xfrm>
            <a:off x="838200" y="1317625"/>
            <a:ext cx="10515600" cy="4879975"/>
          </a:xfrm>
        </p:spPr>
        <p:txBody>
          <a:bodyPr/>
          <a:lstStyle/>
          <a:p>
            <a:r>
              <a:rPr lang="en-US" b="1"/>
              <a:t>Functional requirements:</a:t>
            </a:r>
          </a:p>
          <a:p>
            <a:pPr marL="285750" indent="-285750">
              <a:buFont typeface="Arial" panose="020B0604020202020204" pitchFamily="34" charset="0"/>
              <a:buChar char="•"/>
            </a:pPr>
            <a:r>
              <a:rPr lang="en-US"/>
              <a:t>Automated profile analysis.</a:t>
            </a:r>
          </a:p>
          <a:p>
            <a:pPr marL="285750" indent="-285750">
              <a:buFont typeface="Arial" panose="020B0604020202020204" pitchFamily="34" charset="0"/>
              <a:buChar char="•"/>
            </a:pPr>
            <a:r>
              <a:rPr lang="en-US"/>
              <a:t>Candidate prioritization.</a:t>
            </a:r>
          </a:p>
          <a:p>
            <a:pPr marL="285750" indent="-285750">
              <a:buFont typeface="Arial" panose="020B0604020202020204" pitchFamily="34" charset="0"/>
              <a:buChar char="•"/>
            </a:pPr>
            <a:r>
              <a:rPr lang="en-US"/>
              <a:t>Recruiter-friendly interface.</a:t>
            </a:r>
          </a:p>
          <a:p>
            <a:pPr marL="285750" indent="-285750">
              <a:buFont typeface="Arial" panose="020B0604020202020204" pitchFamily="34" charset="0"/>
              <a:buChar char="•"/>
            </a:pPr>
            <a:r>
              <a:rPr lang="en-US"/>
              <a:t>Continuous feedback and learning system.</a:t>
            </a:r>
          </a:p>
          <a:p>
            <a:pPr marL="285750" indent="-285750">
              <a:buFont typeface="Arial" panose="020B0604020202020204" pitchFamily="34" charset="0"/>
              <a:buChar char="•"/>
            </a:pPr>
            <a:r>
              <a:rPr lang="en-US"/>
              <a:t>Comprehensive report generation.</a:t>
            </a:r>
          </a:p>
          <a:p>
            <a:r>
              <a:rPr lang="en-US" b="1"/>
              <a:t>Technical requirements:</a:t>
            </a:r>
          </a:p>
          <a:p>
            <a:pPr marL="285750" indent="-285750">
              <a:buFont typeface="Arial" panose="020B0604020202020204" pitchFamily="34" charset="0"/>
              <a:buChar char="•"/>
            </a:pPr>
            <a:r>
              <a:rPr lang="en-US"/>
              <a:t>Natural Language Processing (NLP).</a:t>
            </a:r>
          </a:p>
          <a:p>
            <a:pPr marL="285750" indent="-285750">
              <a:buFont typeface="Arial" panose="020B0604020202020204" pitchFamily="34" charset="0"/>
              <a:buChar char="•"/>
            </a:pPr>
            <a:r>
              <a:rPr lang="en-US"/>
              <a:t>Machine Learning models.</a:t>
            </a:r>
          </a:p>
          <a:p>
            <a:pPr marL="285750" indent="-285750">
              <a:buFont typeface="Arial" panose="020B0604020202020204" pitchFamily="34" charset="0"/>
              <a:buChar char="•"/>
            </a:pPr>
            <a:r>
              <a:rPr lang="en-US"/>
              <a:t>Robust infrastructure and data storage.</a:t>
            </a:r>
          </a:p>
          <a:p>
            <a:pPr marL="285750" indent="-285750">
              <a:buFont typeface="Arial" panose="020B0604020202020204" pitchFamily="34" charset="0"/>
              <a:buChar char="•"/>
            </a:pPr>
            <a:r>
              <a:rPr lang="en-US"/>
              <a:t>Advanced security and compliance measures.</a:t>
            </a:r>
          </a:p>
          <a:p>
            <a:pPr marL="285750" indent="-285750">
              <a:buFont typeface="Arial" panose="020B0604020202020204" pitchFamily="34" charset="0"/>
              <a:buChar char="•"/>
            </a:pPr>
            <a:r>
              <a:rPr lang="en-US"/>
              <a:t>Intuitive UI/UX design.</a:t>
            </a:r>
          </a:p>
          <a:p>
            <a:pPr marL="285750" indent="-285750">
              <a:buFont typeface="Arial" panose="020B0604020202020204" pitchFamily="34" charset="0"/>
              <a:buChar char="•"/>
            </a:pPr>
            <a:r>
              <a:rPr lang="en-US"/>
              <a:t>Performance metrics and system evaluation.</a:t>
            </a:r>
          </a:p>
        </p:txBody>
      </p:sp>
    </p:spTree>
    <p:extLst>
      <p:ext uri="{BB962C8B-B14F-4D97-AF65-F5344CB8AC3E}">
        <p14:creationId xmlns:p14="http://schemas.microsoft.com/office/powerpoint/2010/main" val="329888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6088D-BB18-9DD8-6CB5-CB2EA6A473D6}"/>
            </a:ext>
          </a:extLst>
        </p:cNvPr>
        <p:cNvGrpSpPr/>
        <p:nvPr/>
      </p:nvGrpSpPr>
      <p:grpSpPr>
        <a:xfrm>
          <a:off x="0" y="0"/>
          <a:ext cx="0" cy="0"/>
          <a:chOff x="0" y="0"/>
          <a:chExt cx="0" cy="0"/>
        </a:xfrm>
      </p:grpSpPr>
      <p:pic>
        <p:nvPicPr>
          <p:cNvPr id="6" name="Picture 5" descr="A diagram of a recruitment process&#10;&#10;AI-generated content may be incorrect.">
            <a:extLst>
              <a:ext uri="{FF2B5EF4-FFF2-40B4-BE49-F238E27FC236}">
                <a16:creationId xmlns:a16="http://schemas.microsoft.com/office/drawing/2014/main" id="{2B16E9B9-DD4C-DE21-D4C8-CFBE48500E7C}"/>
              </a:ext>
            </a:extLst>
          </p:cNvPr>
          <p:cNvPicPr>
            <a:picLocks noChangeAspect="1"/>
          </p:cNvPicPr>
          <p:nvPr/>
        </p:nvPicPr>
        <p:blipFill>
          <a:blip r:embed="rId3"/>
          <a:srcRect l="1" t="8266" r="7969" b="19884"/>
          <a:stretch/>
        </p:blipFill>
        <p:spPr>
          <a:xfrm>
            <a:off x="1839958" y="1053296"/>
            <a:ext cx="7441202" cy="4357044"/>
          </a:xfrm>
          <a:prstGeom prst="rect">
            <a:avLst/>
          </a:prstGeom>
        </p:spPr>
      </p:pic>
      <p:sp>
        <p:nvSpPr>
          <p:cNvPr id="2" name="Título 1">
            <a:extLst>
              <a:ext uri="{FF2B5EF4-FFF2-40B4-BE49-F238E27FC236}">
                <a16:creationId xmlns:a16="http://schemas.microsoft.com/office/drawing/2014/main" id="{F0980A33-941B-8F41-9EB9-8325FEB4BEAD}"/>
              </a:ext>
            </a:extLst>
          </p:cNvPr>
          <p:cNvSpPr>
            <a:spLocks noGrp="1"/>
          </p:cNvSpPr>
          <p:nvPr>
            <p:ph type="title"/>
          </p:nvPr>
        </p:nvSpPr>
        <p:spPr/>
        <p:txBody>
          <a:bodyPr/>
          <a:lstStyle/>
          <a:p>
            <a:r>
              <a:rPr lang="es-MX"/>
              <a:t>System </a:t>
            </a:r>
            <a:r>
              <a:rPr lang="es-MX" err="1"/>
              <a:t>Documentation</a:t>
            </a:r>
            <a:r>
              <a:rPr lang="es-MX"/>
              <a:t> &amp; </a:t>
            </a:r>
            <a:r>
              <a:rPr lang="es-MX" err="1"/>
              <a:t>Architecture</a:t>
            </a:r>
            <a:endParaRPr lang="es-MX" b="1"/>
          </a:p>
        </p:txBody>
      </p:sp>
    </p:spTree>
    <p:extLst>
      <p:ext uri="{BB962C8B-B14F-4D97-AF65-F5344CB8AC3E}">
        <p14:creationId xmlns:p14="http://schemas.microsoft.com/office/powerpoint/2010/main" val="770017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FF3B8-836A-6AD0-A448-C31DFB71E7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6A45E6-2C52-9D71-1798-BAB35E53A962}"/>
              </a:ext>
            </a:extLst>
          </p:cNvPr>
          <p:cNvSpPr>
            <a:spLocks noGrp="1"/>
          </p:cNvSpPr>
          <p:nvPr>
            <p:ph type="title"/>
          </p:nvPr>
        </p:nvSpPr>
        <p:spPr/>
        <p:txBody>
          <a:bodyPr/>
          <a:lstStyle/>
          <a:p>
            <a:r>
              <a:rPr lang="es-MX"/>
              <a:t>System </a:t>
            </a:r>
            <a:r>
              <a:rPr lang="es-MX" err="1"/>
              <a:t>Documentation</a:t>
            </a:r>
            <a:r>
              <a:rPr lang="es-MX"/>
              <a:t> &amp; </a:t>
            </a:r>
            <a:r>
              <a:rPr lang="es-MX" err="1"/>
              <a:t>Architecture</a:t>
            </a:r>
            <a:endParaRPr lang="es-MX" b="1"/>
          </a:p>
        </p:txBody>
      </p:sp>
      <p:pic>
        <p:nvPicPr>
          <p:cNvPr id="7" name="Picture 6" descr="A diagram of a process&#10;&#10;AI-generated content may be incorrect.">
            <a:extLst>
              <a:ext uri="{FF2B5EF4-FFF2-40B4-BE49-F238E27FC236}">
                <a16:creationId xmlns:a16="http://schemas.microsoft.com/office/drawing/2014/main" id="{062203A6-AA21-4275-A77C-DE5566CB20C5}"/>
              </a:ext>
            </a:extLst>
          </p:cNvPr>
          <p:cNvPicPr>
            <a:picLocks noChangeAspect="1"/>
          </p:cNvPicPr>
          <p:nvPr/>
        </p:nvPicPr>
        <p:blipFill>
          <a:blip r:embed="rId3"/>
          <a:stretch>
            <a:fillRect/>
          </a:stretch>
        </p:blipFill>
        <p:spPr>
          <a:xfrm>
            <a:off x="4381500" y="1342269"/>
            <a:ext cx="3020786" cy="5515731"/>
          </a:xfrm>
          <a:prstGeom prst="rect">
            <a:avLst/>
          </a:prstGeom>
        </p:spPr>
      </p:pic>
    </p:spTree>
    <p:extLst>
      <p:ext uri="{BB962C8B-B14F-4D97-AF65-F5344CB8AC3E}">
        <p14:creationId xmlns:p14="http://schemas.microsoft.com/office/powerpoint/2010/main" val="3955860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AA457-448B-7C2E-0544-44327ACB1E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62D19D-6743-15C4-3FF1-235A97A61A41}"/>
              </a:ext>
            </a:extLst>
          </p:cNvPr>
          <p:cNvSpPr>
            <a:spLocks noGrp="1"/>
          </p:cNvSpPr>
          <p:nvPr>
            <p:ph type="title"/>
          </p:nvPr>
        </p:nvSpPr>
        <p:spPr/>
        <p:txBody>
          <a:bodyPr/>
          <a:lstStyle/>
          <a:p>
            <a:r>
              <a:rPr lang="es-MX"/>
              <a:t>AI </a:t>
            </a:r>
            <a:r>
              <a:rPr lang="es-MX" err="1"/>
              <a:t>Model</a:t>
            </a:r>
            <a:r>
              <a:rPr lang="es-MX"/>
              <a:t> </a:t>
            </a:r>
            <a:r>
              <a:rPr lang="es-MX" err="1"/>
              <a:t>Development</a:t>
            </a:r>
            <a:r>
              <a:rPr lang="es-MX"/>
              <a:t> </a:t>
            </a:r>
            <a:endParaRPr lang="es-MX" b="1"/>
          </a:p>
        </p:txBody>
      </p:sp>
      <p:sp>
        <p:nvSpPr>
          <p:cNvPr id="3" name="Marcador de texto 2">
            <a:extLst>
              <a:ext uri="{FF2B5EF4-FFF2-40B4-BE49-F238E27FC236}">
                <a16:creationId xmlns:a16="http://schemas.microsoft.com/office/drawing/2014/main" id="{C9286E2C-4D3B-3B13-EE65-8E77B64C6DFF}"/>
              </a:ext>
            </a:extLst>
          </p:cNvPr>
          <p:cNvSpPr>
            <a:spLocks noGrp="1"/>
          </p:cNvSpPr>
          <p:nvPr>
            <p:ph type="body" sz="quarter" idx="10"/>
          </p:nvPr>
        </p:nvSpPr>
        <p:spPr/>
        <p:txBody>
          <a:bodyPr lIns="91440" tIns="45720" rIns="91440" bIns="45720" anchor="t"/>
          <a:lstStyle/>
          <a:p>
            <a:endParaRPr lang="en-US" b="1">
              <a:solidFill>
                <a:schemeClr val="bg1">
                  <a:lumMod val="75000"/>
                </a:schemeClr>
              </a:solidFill>
            </a:endParaRPr>
          </a:p>
          <a:p>
            <a:pPr marL="285750" indent="-285750">
              <a:buFont typeface="Arial" panose="020B0604020202020204" pitchFamily="34" charset="0"/>
              <a:buChar char="•"/>
            </a:pPr>
            <a:endParaRPr lang="en-US">
              <a:solidFill>
                <a:schemeClr val="bg1">
                  <a:lumMod val="75000"/>
                </a:schemeClr>
              </a:solidFill>
            </a:endParaRPr>
          </a:p>
        </p:txBody>
      </p:sp>
      <p:pic>
        <p:nvPicPr>
          <p:cNvPr id="4" name="Picture 3" descr="A screenshot of a computer program&#10;&#10;AI-generated content may be incorrect.">
            <a:extLst>
              <a:ext uri="{FF2B5EF4-FFF2-40B4-BE49-F238E27FC236}">
                <a16:creationId xmlns:a16="http://schemas.microsoft.com/office/drawing/2014/main" id="{6E493A69-5FD3-CF8E-88B3-4DE836471E35}"/>
              </a:ext>
            </a:extLst>
          </p:cNvPr>
          <p:cNvPicPr>
            <a:picLocks noChangeAspect="1"/>
          </p:cNvPicPr>
          <p:nvPr/>
        </p:nvPicPr>
        <p:blipFill>
          <a:blip r:embed="rId2"/>
          <a:stretch>
            <a:fillRect/>
          </a:stretch>
        </p:blipFill>
        <p:spPr>
          <a:xfrm>
            <a:off x="59844" y="1949531"/>
            <a:ext cx="6035687" cy="4779819"/>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1F5E45BA-DE9F-B99A-0FA4-AB270BC29B81}"/>
              </a:ext>
            </a:extLst>
          </p:cNvPr>
          <p:cNvPicPr>
            <a:picLocks noChangeAspect="1"/>
          </p:cNvPicPr>
          <p:nvPr/>
        </p:nvPicPr>
        <p:blipFill>
          <a:blip r:embed="rId3"/>
          <a:stretch>
            <a:fillRect/>
          </a:stretch>
        </p:blipFill>
        <p:spPr>
          <a:xfrm>
            <a:off x="6099754" y="1314630"/>
            <a:ext cx="6207626" cy="4240596"/>
          </a:xfrm>
          <a:prstGeom prst="rect">
            <a:avLst/>
          </a:prstGeom>
        </p:spPr>
      </p:pic>
      <p:sp>
        <p:nvSpPr>
          <p:cNvPr id="7" name="TextBox 6">
            <a:extLst>
              <a:ext uri="{FF2B5EF4-FFF2-40B4-BE49-F238E27FC236}">
                <a16:creationId xmlns:a16="http://schemas.microsoft.com/office/drawing/2014/main" id="{0E84F6D3-4A1D-C8C3-6925-37315FE44DCD}"/>
              </a:ext>
            </a:extLst>
          </p:cNvPr>
          <p:cNvSpPr txBox="1"/>
          <p:nvPr/>
        </p:nvSpPr>
        <p:spPr>
          <a:xfrm>
            <a:off x="619967" y="1314630"/>
            <a:ext cx="46729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1"/>
              <a:t>How is the information collected?</a:t>
            </a:r>
          </a:p>
        </p:txBody>
      </p:sp>
    </p:spTree>
    <p:extLst>
      <p:ext uri="{BB962C8B-B14F-4D97-AF65-F5344CB8AC3E}">
        <p14:creationId xmlns:p14="http://schemas.microsoft.com/office/powerpoint/2010/main" val="664576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CFF11-CDCD-AE2D-9A4F-8600CDDDE9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EA9853-6FC2-B913-15B2-2EAC44B1B60A}"/>
              </a:ext>
            </a:extLst>
          </p:cNvPr>
          <p:cNvSpPr>
            <a:spLocks noGrp="1"/>
          </p:cNvSpPr>
          <p:nvPr>
            <p:ph type="title"/>
          </p:nvPr>
        </p:nvSpPr>
        <p:spPr/>
        <p:txBody>
          <a:bodyPr/>
          <a:lstStyle/>
          <a:p>
            <a:r>
              <a:rPr lang="es-MX"/>
              <a:t>Data </a:t>
            </a:r>
            <a:r>
              <a:rPr lang="es-MX" err="1"/>
              <a:t>Source</a:t>
            </a:r>
            <a:r>
              <a:rPr lang="es-MX"/>
              <a:t> </a:t>
            </a:r>
            <a:r>
              <a:rPr lang="es-MX" err="1"/>
              <a:t>Integration</a:t>
            </a:r>
            <a:endParaRPr lang="es-MX" b="1"/>
          </a:p>
        </p:txBody>
      </p:sp>
      <p:sp>
        <p:nvSpPr>
          <p:cNvPr id="3" name="Marcador de texto 2">
            <a:extLst>
              <a:ext uri="{FF2B5EF4-FFF2-40B4-BE49-F238E27FC236}">
                <a16:creationId xmlns:a16="http://schemas.microsoft.com/office/drawing/2014/main" id="{AB5D68A2-A52C-4EA2-7504-F62E7B3ACC2C}"/>
              </a:ext>
            </a:extLst>
          </p:cNvPr>
          <p:cNvSpPr>
            <a:spLocks noGrp="1"/>
          </p:cNvSpPr>
          <p:nvPr>
            <p:ph type="body" sz="quarter" idx="10"/>
          </p:nvPr>
        </p:nvSpPr>
        <p:spPr>
          <a:xfrm>
            <a:off x="33270" y="1407062"/>
            <a:ext cx="4537657" cy="624828"/>
          </a:xfrm>
        </p:spPr>
        <p:txBody>
          <a:bodyPr lIns="91440" tIns="45720" rIns="91440" bIns="45720" anchor="t"/>
          <a:lstStyle/>
          <a:p>
            <a:pPr marL="285750" indent="-285750">
              <a:buChar char="•"/>
            </a:pPr>
            <a:r>
              <a:rPr lang="en-US" b="1" i="1">
                <a:solidFill>
                  <a:srgbClr val="000000"/>
                </a:solidFill>
                <a:latin typeface="Montserrat"/>
              </a:rPr>
              <a:t>How information is going to be integrated:</a:t>
            </a:r>
            <a:endParaRPr lang="en-US" b="1" i="1">
              <a:solidFill>
                <a:srgbClr val="000000"/>
              </a:solidFill>
            </a:endParaRPr>
          </a:p>
          <a:p>
            <a:pPr marL="285750" indent="-285750">
              <a:buChar char="•"/>
            </a:pPr>
            <a:endParaRPr lang="en-US" b="1" i="1">
              <a:solidFill>
                <a:srgbClr val="000000"/>
              </a:solidFill>
            </a:endParaRPr>
          </a:p>
        </p:txBody>
      </p:sp>
      <p:pic>
        <p:nvPicPr>
          <p:cNvPr id="10" name="Imagen 9">
            <a:extLst>
              <a:ext uri="{FF2B5EF4-FFF2-40B4-BE49-F238E27FC236}">
                <a16:creationId xmlns:a16="http://schemas.microsoft.com/office/drawing/2014/main" id="{C6177BC9-7184-AAF8-1B05-0016C6971624}"/>
              </a:ext>
            </a:extLst>
          </p:cNvPr>
          <p:cNvPicPr>
            <a:picLocks noChangeAspect="1"/>
          </p:cNvPicPr>
          <p:nvPr/>
        </p:nvPicPr>
        <p:blipFill>
          <a:blip r:embed="rId2"/>
          <a:srcRect r="43923"/>
          <a:stretch/>
        </p:blipFill>
        <p:spPr>
          <a:xfrm>
            <a:off x="5726318" y="2370062"/>
            <a:ext cx="5466734" cy="4523918"/>
          </a:xfrm>
          <a:prstGeom prst="rect">
            <a:avLst/>
          </a:prstGeom>
        </p:spPr>
      </p:pic>
      <p:pic>
        <p:nvPicPr>
          <p:cNvPr id="12" name="Imagen 11">
            <a:extLst>
              <a:ext uri="{FF2B5EF4-FFF2-40B4-BE49-F238E27FC236}">
                <a16:creationId xmlns:a16="http://schemas.microsoft.com/office/drawing/2014/main" id="{19AC1133-1A8D-D0BB-9011-0B4DC5E55820}"/>
              </a:ext>
            </a:extLst>
          </p:cNvPr>
          <p:cNvPicPr>
            <a:picLocks noChangeAspect="1"/>
          </p:cNvPicPr>
          <p:nvPr/>
        </p:nvPicPr>
        <p:blipFill>
          <a:blip r:embed="rId3"/>
          <a:stretch>
            <a:fillRect/>
          </a:stretch>
        </p:blipFill>
        <p:spPr>
          <a:xfrm>
            <a:off x="6817862" y="0"/>
            <a:ext cx="5466735" cy="2370062"/>
          </a:xfrm>
          <a:prstGeom prst="rect">
            <a:avLst/>
          </a:prstGeom>
        </p:spPr>
      </p:pic>
      <p:pic>
        <p:nvPicPr>
          <p:cNvPr id="14" name="Imagen 13">
            <a:extLst>
              <a:ext uri="{FF2B5EF4-FFF2-40B4-BE49-F238E27FC236}">
                <a16:creationId xmlns:a16="http://schemas.microsoft.com/office/drawing/2014/main" id="{4A499A23-97F4-EE76-48F8-3F0A4EF4C43E}"/>
              </a:ext>
            </a:extLst>
          </p:cNvPr>
          <p:cNvPicPr>
            <a:picLocks noChangeAspect="1"/>
          </p:cNvPicPr>
          <p:nvPr/>
        </p:nvPicPr>
        <p:blipFill>
          <a:blip r:embed="rId4"/>
          <a:srcRect l="23556" t="7831" r="24246"/>
          <a:stretch/>
        </p:blipFill>
        <p:spPr>
          <a:xfrm>
            <a:off x="292852" y="1956436"/>
            <a:ext cx="5173884" cy="5047925"/>
          </a:xfrm>
          <a:prstGeom prst="rect">
            <a:avLst/>
          </a:prstGeom>
        </p:spPr>
      </p:pic>
    </p:spTree>
    <p:extLst>
      <p:ext uri="{BB962C8B-B14F-4D97-AF65-F5344CB8AC3E}">
        <p14:creationId xmlns:p14="http://schemas.microsoft.com/office/powerpoint/2010/main" val="28402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621B-E629-5CCA-1EBB-F49B49C0EB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B3AF5B-97A5-01DB-523A-F96DBBF2FA23}"/>
              </a:ext>
            </a:extLst>
          </p:cNvPr>
          <p:cNvSpPr>
            <a:spLocks noGrp="1"/>
          </p:cNvSpPr>
          <p:nvPr>
            <p:ph type="title"/>
          </p:nvPr>
        </p:nvSpPr>
        <p:spPr/>
        <p:txBody>
          <a:bodyPr/>
          <a:lstStyle/>
          <a:p>
            <a:r>
              <a:rPr lang="es-MX" err="1"/>
              <a:t>Functional</a:t>
            </a:r>
            <a:r>
              <a:rPr lang="es-MX"/>
              <a:t> Prototype</a:t>
            </a:r>
            <a:endParaRPr lang="es-MX" b="1"/>
          </a:p>
        </p:txBody>
      </p:sp>
      <p:pic>
        <p:nvPicPr>
          <p:cNvPr id="7" name="Picture 6" descr="A screenshot of a blue background&#10;&#10;AI-generated content may be incorrect.">
            <a:extLst>
              <a:ext uri="{FF2B5EF4-FFF2-40B4-BE49-F238E27FC236}">
                <a16:creationId xmlns:a16="http://schemas.microsoft.com/office/drawing/2014/main" id="{0E6B09B2-C2E8-A4A5-8863-BADCAEACC924}"/>
              </a:ext>
            </a:extLst>
          </p:cNvPr>
          <p:cNvPicPr>
            <a:picLocks noChangeAspect="1"/>
          </p:cNvPicPr>
          <p:nvPr/>
        </p:nvPicPr>
        <p:blipFill>
          <a:blip r:embed="rId2"/>
          <a:stretch>
            <a:fillRect/>
          </a:stretch>
        </p:blipFill>
        <p:spPr>
          <a:xfrm>
            <a:off x="537561" y="1489731"/>
            <a:ext cx="1333501" cy="1934124"/>
          </a:xfrm>
          <a:prstGeom prst="rect">
            <a:avLst/>
          </a:prstGeom>
        </p:spPr>
      </p:pic>
      <p:cxnSp>
        <p:nvCxnSpPr>
          <p:cNvPr id="8" name="Straight Arrow Connector 7">
            <a:extLst>
              <a:ext uri="{FF2B5EF4-FFF2-40B4-BE49-F238E27FC236}">
                <a16:creationId xmlns:a16="http://schemas.microsoft.com/office/drawing/2014/main" id="{ACC81E45-2FF1-0486-81F0-745754395606}"/>
              </a:ext>
            </a:extLst>
          </p:cNvPr>
          <p:cNvCxnSpPr/>
          <p:nvPr/>
        </p:nvCxnSpPr>
        <p:spPr>
          <a:xfrm flipV="1">
            <a:off x="1839309" y="1401377"/>
            <a:ext cx="709450" cy="103352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13DCC48-BF3B-E547-B265-F72EB1860C77}"/>
              </a:ext>
            </a:extLst>
          </p:cNvPr>
          <p:cNvCxnSpPr>
            <a:cxnSpLocks/>
          </p:cNvCxnSpPr>
          <p:nvPr/>
        </p:nvCxnSpPr>
        <p:spPr>
          <a:xfrm flipH="1" flipV="1">
            <a:off x="1830551" y="2417378"/>
            <a:ext cx="744482" cy="1270000"/>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4" name="Imagen 3">
            <a:extLst>
              <a:ext uri="{FF2B5EF4-FFF2-40B4-BE49-F238E27FC236}">
                <a16:creationId xmlns:a16="http://schemas.microsoft.com/office/drawing/2014/main" id="{F0281EB4-1898-84C6-57FB-1C7F28F886ED}"/>
              </a:ext>
            </a:extLst>
          </p:cNvPr>
          <p:cNvPicPr>
            <a:picLocks noChangeAspect="1"/>
          </p:cNvPicPr>
          <p:nvPr/>
        </p:nvPicPr>
        <p:blipFill>
          <a:blip r:embed="rId3"/>
          <a:stretch>
            <a:fillRect/>
          </a:stretch>
        </p:blipFill>
        <p:spPr>
          <a:xfrm>
            <a:off x="2357807" y="1018196"/>
            <a:ext cx="6164700" cy="2833402"/>
          </a:xfrm>
          <a:prstGeom prst="rect">
            <a:avLst/>
          </a:prstGeom>
        </p:spPr>
      </p:pic>
      <p:pic>
        <p:nvPicPr>
          <p:cNvPr id="13" name="Imagen 12">
            <a:extLst>
              <a:ext uri="{FF2B5EF4-FFF2-40B4-BE49-F238E27FC236}">
                <a16:creationId xmlns:a16="http://schemas.microsoft.com/office/drawing/2014/main" id="{7790B453-FF02-89A3-2A56-2663BCEDDAC3}"/>
              </a:ext>
            </a:extLst>
          </p:cNvPr>
          <p:cNvPicPr>
            <a:picLocks noChangeAspect="1"/>
          </p:cNvPicPr>
          <p:nvPr/>
        </p:nvPicPr>
        <p:blipFill>
          <a:blip r:embed="rId4"/>
          <a:stretch>
            <a:fillRect/>
          </a:stretch>
        </p:blipFill>
        <p:spPr>
          <a:xfrm>
            <a:off x="5984743" y="1706367"/>
            <a:ext cx="6164700" cy="3097223"/>
          </a:xfrm>
          <a:prstGeom prst="rect">
            <a:avLst/>
          </a:prstGeom>
        </p:spPr>
      </p:pic>
      <p:pic>
        <p:nvPicPr>
          <p:cNvPr id="15" name="Imagen 14">
            <a:extLst>
              <a:ext uri="{FF2B5EF4-FFF2-40B4-BE49-F238E27FC236}">
                <a16:creationId xmlns:a16="http://schemas.microsoft.com/office/drawing/2014/main" id="{C71E23D5-549F-AECE-2AC4-914BD78674E7}"/>
              </a:ext>
            </a:extLst>
          </p:cNvPr>
          <p:cNvPicPr>
            <a:picLocks noChangeAspect="1"/>
          </p:cNvPicPr>
          <p:nvPr/>
        </p:nvPicPr>
        <p:blipFill>
          <a:blip r:embed="rId5"/>
          <a:stretch>
            <a:fillRect/>
          </a:stretch>
        </p:blipFill>
        <p:spPr>
          <a:xfrm>
            <a:off x="177590" y="3512209"/>
            <a:ext cx="7236542" cy="3291067"/>
          </a:xfrm>
          <a:prstGeom prst="rect">
            <a:avLst/>
          </a:prstGeom>
        </p:spPr>
      </p:pic>
    </p:spTree>
    <p:extLst>
      <p:ext uri="{BB962C8B-B14F-4D97-AF65-F5344CB8AC3E}">
        <p14:creationId xmlns:p14="http://schemas.microsoft.com/office/powerpoint/2010/main" val="2881366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6007-4120-C124-4E7E-991618D801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A5D4D4-3293-8913-B78C-430ACD9AA6AB}"/>
              </a:ext>
            </a:extLst>
          </p:cNvPr>
          <p:cNvSpPr>
            <a:spLocks noGrp="1"/>
          </p:cNvSpPr>
          <p:nvPr>
            <p:ph type="title"/>
          </p:nvPr>
        </p:nvSpPr>
        <p:spPr/>
        <p:txBody>
          <a:bodyPr/>
          <a:lstStyle/>
          <a:p>
            <a:r>
              <a:rPr lang="es-MX"/>
              <a:t>Testing &amp; Error </a:t>
            </a:r>
            <a:r>
              <a:rPr lang="es-MX" err="1"/>
              <a:t>Resolution</a:t>
            </a:r>
            <a:r>
              <a:rPr lang="es-MX"/>
              <a:t> </a:t>
            </a:r>
            <a:endParaRPr lang="en-US" b="1"/>
          </a:p>
        </p:txBody>
      </p:sp>
      <p:sp>
        <p:nvSpPr>
          <p:cNvPr id="3" name="Marcador de texto 2">
            <a:extLst>
              <a:ext uri="{FF2B5EF4-FFF2-40B4-BE49-F238E27FC236}">
                <a16:creationId xmlns:a16="http://schemas.microsoft.com/office/drawing/2014/main" id="{31BED343-9178-9BFD-B784-5A5E7DAB6651}"/>
              </a:ext>
            </a:extLst>
          </p:cNvPr>
          <p:cNvSpPr>
            <a:spLocks noGrp="1"/>
          </p:cNvSpPr>
          <p:nvPr>
            <p:ph type="body" sz="quarter" idx="10"/>
          </p:nvPr>
        </p:nvSpPr>
        <p:spPr>
          <a:xfrm>
            <a:off x="133055" y="1053296"/>
            <a:ext cx="9213449" cy="1645972"/>
          </a:xfrm>
        </p:spPr>
        <p:txBody>
          <a:bodyPr lIns="91440" tIns="45720" rIns="91440" bIns="45720" anchor="t"/>
          <a:lstStyle/>
          <a:p>
            <a:r>
              <a:rPr lang="en-US" sz="1600" b="1" dirty="0">
                <a:latin typeface="Montserrat"/>
              </a:rPr>
              <a:t>Pilot Test Report:</a:t>
            </a:r>
            <a:endParaRPr lang="en-US" sz="1600" b="1" dirty="0"/>
          </a:p>
          <a:p>
            <a:pPr>
              <a:buFont typeface="Arial" panose="020B0604020202020204" pitchFamily="34" charset="0"/>
              <a:buChar char="•"/>
            </a:pPr>
            <a:r>
              <a:rPr lang="en-US" sz="1600" b="1" dirty="0">
                <a:latin typeface="Montserrat"/>
              </a:rPr>
              <a:t>Error 1:</a:t>
            </a:r>
            <a:r>
              <a:rPr lang="en-US" sz="1600" dirty="0">
                <a:latin typeface="Montserrat"/>
              </a:rPr>
              <a:t> Embeddings generated incorrectly due to an issue in tensor normalization.</a:t>
            </a:r>
          </a:p>
          <a:p>
            <a:pPr>
              <a:buFont typeface="Arial" panose="020B0604020202020204" pitchFamily="34" charset="0"/>
              <a:buChar char="•"/>
            </a:pPr>
            <a:r>
              <a:rPr lang="en-US" sz="1600" b="1" dirty="0">
                <a:latin typeface="Montserrat"/>
              </a:rPr>
              <a:t>Error 2:</a:t>
            </a:r>
            <a:r>
              <a:rPr lang="en-US" sz="1600" dirty="0">
                <a:latin typeface="Montserrat"/>
              </a:rPr>
              <a:t> Data collection failure due to an incorrectly configured refresh interval.</a:t>
            </a:r>
          </a:p>
          <a:p>
            <a:pPr>
              <a:buFont typeface="Arial" panose="020B0604020202020204" pitchFamily="34" charset="0"/>
              <a:buChar char="•"/>
            </a:pPr>
            <a:r>
              <a:rPr lang="en-US" sz="1600" b="1" dirty="0">
                <a:latin typeface="Montserrat"/>
              </a:rPr>
              <a:t>Error 3:</a:t>
            </a:r>
            <a:r>
              <a:rPr lang="en-US" sz="1600" dirty="0">
                <a:latin typeface="Montserrat"/>
              </a:rPr>
              <a:t> PDF document processing failed when the file contains images.</a:t>
            </a:r>
            <a:endParaRPr lang="en-US" sz="1600" dirty="0"/>
          </a:p>
        </p:txBody>
      </p:sp>
      <p:sp>
        <p:nvSpPr>
          <p:cNvPr id="4" name="TextBox 3">
            <a:extLst>
              <a:ext uri="{FF2B5EF4-FFF2-40B4-BE49-F238E27FC236}">
                <a16:creationId xmlns:a16="http://schemas.microsoft.com/office/drawing/2014/main" id="{6072E4BD-6ECF-9C1B-DAD9-BF9AD458CED4}"/>
              </a:ext>
            </a:extLst>
          </p:cNvPr>
          <p:cNvSpPr txBox="1"/>
          <p:nvPr/>
        </p:nvSpPr>
        <p:spPr>
          <a:xfrm>
            <a:off x="350407" y="2619363"/>
            <a:ext cx="3385856" cy="35702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Montserrat"/>
              </a:rPr>
              <a:t>Bug 1:</a:t>
            </a:r>
          </a:p>
          <a:p>
            <a:r>
              <a:rPr lang="en-US" sz="1600" b="1" dirty="0">
                <a:ea typeface="+mn-lt"/>
                <a:cs typeface="+mn-lt"/>
              </a:rPr>
              <a:t>Incorrect Embedding Normalization</a:t>
            </a:r>
            <a:endParaRPr lang="en-US" sz="1600" dirty="0"/>
          </a:p>
          <a:p>
            <a:pPr marL="285750" indent="-285750">
              <a:buFont typeface="Arial"/>
              <a:buChar char="•"/>
            </a:pPr>
            <a:r>
              <a:rPr lang="en-US" sz="1600" b="1" dirty="0">
                <a:ea typeface="+mn-lt"/>
                <a:cs typeface="+mn-lt"/>
              </a:rPr>
              <a:t>Symptoms:</a:t>
            </a:r>
            <a:r>
              <a:rPr lang="en-US" sz="1600" dirty="0">
                <a:ea typeface="+mn-lt"/>
                <a:cs typeface="+mn-lt"/>
              </a:rPr>
              <a:t> The generated embeddings are inconsistent, affecting the accuracy of matching.</a:t>
            </a:r>
            <a:endParaRPr lang="en-US" sz="1600" dirty="0"/>
          </a:p>
          <a:p>
            <a:pPr marL="285750" indent="-285750">
              <a:buFont typeface="Arial"/>
              <a:buChar char="•"/>
            </a:pPr>
            <a:r>
              <a:rPr lang="en-US" sz="1600" b="1" dirty="0">
                <a:ea typeface="+mn-lt"/>
                <a:cs typeface="+mn-lt"/>
              </a:rPr>
              <a:t>Cause:</a:t>
            </a:r>
            <a:r>
              <a:rPr lang="en-US" sz="1600" dirty="0">
                <a:ea typeface="+mn-lt"/>
                <a:cs typeface="+mn-lt"/>
              </a:rPr>
              <a:t> Embedding normalization is not done correctly after generation.</a:t>
            </a:r>
            <a:endParaRPr lang="en-US" sz="1600" dirty="0"/>
          </a:p>
          <a:p>
            <a:pPr marL="285750" indent="-285750">
              <a:buFont typeface="Arial"/>
              <a:buChar char="•"/>
            </a:pPr>
            <a:r>
              <a:rPr lang="en-US" sz="1600" b="1" dirty="0">
                <a:ea typeface="+mn-lt"/>
                <a:cs typeface="+mn-lt"/>
              </a:rPr>
              <a:t>Solution:</a:t>
            </a:r>
            <a:r>
              <a:rPr lang="en-US" sz="1600" dirty="0">
                <a:ea typeface="+mn-lt"/>
                <a:cs typeface="+mn-lt"/>
              </a:rPr>
              <a:t> Normalize embeddings before calculating cosine similarity.</a:t>
            </a:r>
            <a:endParaRPr lang="en-US" sz="1600" dirty="0"/>
          </a:p>
          <a:p>
            <a:endParaRPr lang="en-US" b="1" dirty="0">
              <a:latin typeface="Montserrat"/>
            </a:endParaRPr>
          </a:p>
        </p:txBody>
      </p:sp>
      <p:sp>
        <p:nvSpPr>
          <p:cNvPr id="5" name="TextBox 4">
            <a:extLst>
              <a:ext uri="{FF2B5EF4-FFF2-40B4-BE49-F238E27FC236}">
                <a16:creationId xmlns:a16="http://schemas.microsoft.com/office/drawing/2014/main" id="{5DBEA3E8-9EB3-E52D-57E4-7FF8A648DDEF}"/>
              </a:ext>
            </a:extLst>
          </p:cNvPr>
          <p:cNvSpPr txBox="1"/>
          <p:nvPr/>
        </p:nvSpPr>
        <p:spPr>
          <a:xfrm>
            <a:off x="3884199" y="2694665"/>
            <a:ext cx="764904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Montserrat"/>
              </a:rPr>
              <a:t>Bug 2:</a:t>
            </a:r>
          </a:p>
          <a:p>
            <a:r>
              <a:rPr lang="en-US" sz="1600" b="1" dirty="0">
                <a:ea typeface="+mn-lt"/>
                <a:cs typeface="+mn-lt"/>
              </a:rPr>
              <a:t>Incorrectly Configured Refresh Interval</a:t>
            </a:r>
            <a:endParaRPr lang="en-US" sz="1600" dirty="0"/>
          </a:p>
          <a:p>
            <a:pPr marL="285750" indent="-285750">
              <a:buFont typeface="Arial"/>
              <a:buChar char="•"/>
            </a:pPr>
            <a:r>
              <a:rPr lang="en-US" sz="1600" b="1" dirty="0">
                <a:ea typeface="+mn-lt"/>
                <a:cs typeface="+mn-lt"/>
              </a:rPr>
              <a:t>Symptoms:</a:t>
            </a:r>
            <a:r>
              <a:rPr lang="en-US" sz="1600" dirty="0">
                <a:ea typeface="+mn-lt"/>
                <a:cs typeface="+mn-lt"/>
              </a:rPr>
              <a:t> Data is not updated according to the configured interval.</a:t>
            </a:r>
            <a:endParaRPr lang="en-US" sz="1600" dirty="0"/>
          </a:p>
          <a:p>
            <a:pPr marL="285750" indent="-285750">
              <a:buFont typeface="Arial"/>
              <a:buChar char="•"/>
            </a:pPr>
            <a:r>
              <a:rPr lang="en-US" sz="1600" b="1" dirty="0">
                <a:ea typeface="+mn-lt"/>
                <a:cs typeface="+mn-lt"/>
              </a:rPr>
              <a:t>Cause:</a:t>
            </a:r>
            <a:r>
              <a:rPr lang="en-US" sz="1600" dirty="0">
                <a:ea typeface="+mn-lt"/>
                <a:cs typeface="+mn-lt"/>
              </a:rPr>
              <a:t> The refresh interval is not applied correctly in the data collection logic.</a:t>
            </a:r>
            <a:endParaRPr lang="en-US" sz="1600" dirty="0"/>
          </a:p>
          <a:p>
            <a:pPr marL="285750" indent="-285750">
              <a:buFont typeface="Arial"/>
              <a:buChar char="•"/>
            </a:pPr>
            <a:r>
              <a:rPr lang="en-US" sz="1600" b="1" dirty="0">
                <a:ea typeface="+mn-lt"/>
                <a:cs typeface="+mn-lt"/>
              </a:rPr>
              <a:t>Solution:</a:t>
            </a:r>
            <a:r>
              <a:rPr lang="en-US" sz="1600" dirty="0">
                <a:ea typeface="+mn-lt"/>
                <a:cs typeface="+mn-lt"/>
              </a:rPr>
              <a:t> Fix the logic of _</a:t>
            </a:r>
            <a:r>
              <a:rPr lang="en-US" sz="1600" dirty="0" err="1">
                <a:ea typeface="+mn-lt"/>
                <a:cs typeface="+mn-lt"/>
              </a:rPr>
              <a:t>should_refresh</a:t>
            </a:r>
            <a:r>
              <a:rPr lang="en-US" sz="1600" dirty="0">
                <a:ea typeface="+mn-lt"/>
                <a:cs typeface="+mn-lt"/>
              </a:rPr>
              <a:t> to respect the configured interval.</a:t>
            </a:r>
            <a:endParaRPr lang="en-US" sz="1600" dirty="0"/>
          </a:p>
          <a:p>
            <a:endParaRPr lang="en-US" b="1" dirty="0">
              <a:latin typeface="Montserrat"/>
            </a:endParaRPr>
          </a:p>
        </p:txBody>
      </p:sp>
      <p:pic>
        <p:nvPicPr>
          <p:cNvPr id="11" name="Imagen 10">
            <a:extLst>
              <a:ext uri="{FF2B5EF4-FFF2-40B4-BE49-F238E27FC236}">
                <a16:creationId xmlns:a16="http://schemas.microsoft.com/office/drawing/2014/main" id="{92BF1DD6-A2F2-7C4D-AEC9-C7BAED1DC50B}"/>
              </a:ext>
            </a:extLst>
          </p:cNvPr>
          <p:cNvPicPr>
            <a:picLocks noChangeAspect="1"/>
          </p:cNvPicPr>
          <p:nvPr/>
        </p:nvPicPr>
        <p:blipFill>
          <a:blip r:embed="rId2"/>
          <a:stretch>
            <a:fillRect/>
          </a:stretch>
        </p:blipFill>
        <p:spPr>
          <a:xfrm>
            <a:off x="4159045" y="4205746"/>
            <a:ext cx="6867521" cy="2494385"/>
          </a:xfrm>
          <a:prstGeom prst="rect">
            <a:avLst/>
          </a:prstGeom>
        </p:spPr>
      </p:pic>
    </p:spTree>
    <p:extLst>
      <p:ext uri="{BB962C8B-B14F-4D97-AF65-F5344CB8AC3E}">
        <p14:creationId xmlns:p14="http://schemas.microsoft.com/office/powerpoint/2010/main" val="2851677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5E9A2-FA98-49B3-AB48-96DD349C93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8219C8-EE29-CD30-D0B9-276F9AE7828E}"/>
              </a:ext>
            </a:extLst>
          </p:cNvPr>
          <p:cNvSpPr>
            <a:spLocks noGrp="1"/>
          </p:cNvSpPr>
          <p:nvPr>
            <p:ph type="title"/>
          </p:nvPr>
        </p:nvSpPr>
        <p:spPr/>
        <p:txBody>
          <a:bodyPr/>
          <a:lstStyle/>
          <a:p>
            <a:r>
              <a:rPr lang="es-MX" err="1"/>
              <a:t>Secure</a:t>
            </a:r>
            <a:r>
              <a:rPr lang="es-MX"/>
              <a:t> </a:t>
            </a:r>
            <a:r>
              <a:rPr lang="es-MX" err="1"/>
              <a:t>Deployment</a:t>
            </a:r>
            <a:endParaRPr lang="es-MX"/>
          </a:p>
        </p:txBody>
      </p:sp>
      <p:sp>
        <p:nvSpPr>
          <p:cNvPr id="3" name="Marcador de texto 2">
            <a:extLst>
              <a:ext uri="{FF2B5EF4-FFF2-40B4-BE49-F238E27FC236}">
                <a16:creationId xmlns:a16="http://schemas.microsoft.com/office/drawing/2014/main" id="{4FD0FE3F-A66B-A344-05BD-B0792C87A18C}"/>
              </a:ext>
            </a:extLst>
          </p:cNvPr>
          <p:cNvSpPr>
            <a:spLocks noGrp="1"/>
          </p:cNvSpPr>
          <p:nvPr>
            <p:ph type="body" sz="quarter" idx="10"/>
          </p:nvPr>
        </p:nvSpPr>
        <p:spPr>
          <a:xfrm>
            <a:off x="7846359" y="937429"/>
            <a:ext cx="3859306" cy="3833813"/>
          </a:xfrm>
        </p:spPr>
        <p:txBody>
          <a:bodyPr lIns="91440" tIns="45720" rIns="91440" bIns="45720" anchor="t"/>
          <a:lstStyle/>
          <a:p>
            <a:pPr algn="just"/>
            <a:r>
              <a:rPr lang="en-US" b="1" dirty="0">
                <a:solidFill>
                  <a:srgbClr val="404040"/>
                </a:solidFill>
                <a:latin typeface="Montserrat"/>
              </a:rPr>
              <a:t>Secure Login System for HR Personnel</a:t>
            </a:r>
            <a:br>
              <a:rPr lang="en-US" sz="1200" b="1" dirty="0">
                <a:latin typeface="Montserrat"/>
              </a:rPr>
            </a:br>
            <a:endParaRPr lang="en-US" b="1" dirty="0">
              <a:solidFill>
                <a:srgbClr val="404040"/>
              </a:solidFill>
              <a:latin typeface="Montserrat"/>
            </a:endParaRPr>
          </a:p>
          <a:p>
            <a:pPr algn="just"/>
            <a:r>
              <a:rPr lang="en-US" sz="1400" b="1" dirty="0">
                <a:solidFill>
                  <a:srgbClr val="404040"/>
                </a:solidFill>
                <a:latin typeface="Inter"/>
              </a:rPr>
              <a:t> User Credentials</a:t>
            </a:r>
            <a:endParaRPr lang="en-US" sz="1400" dirty="0"/>
          </a:p>
          <a:p>
            <a:pPr marL="285750" indent="-285750" algn="just">
              <a:buFont typeface="Calibri"/>
              <a:buChar char="-"/>
            </a:pPr>
            <a:r>
              <a:rPr lang="en-US" sz="1400" b="1" dirty="0">
                <a:solidFill>
                  <a:srgbClr val="404040"/>
                </a:solidFill>
                <a:latin typeface="Inter"/>
              </a:rPr>
              <a:t>Username</a:t>
            </a:r>
            <a:r>
              <a:rPr lang="en-US" sz="1400" dirty="0">
                <a:solidFill>
                  <a:srgbClr val="404040"/>
                </a:solidFill>
                <a:latin typeface="Inter"/>
              </a:rPr>
              <a:t>: Automatically assigned (e.g., </a:t>
            </a:r>
            <a:r>
              <a:rPr lang="en-US" sz="1400" dirty="0">
                <a:solidFill>
                  <a:srgbClr val="404040"/>
                </a:solidFill>
                <a:latin typeface="Consolas"/>
              </a:rPr>
              <a:t>hr01</a:t>
            </a:r>
            <a:r>
              <a:rPr lang="en-US" sz="1400" dirty="0">
                <a:solidFill>
                  <a:srgbClr val="404040"/>
                </a:solidFill>
                <a:latin typeface="Inter"/>
              </a:rPr>
              <a:t>, </a:t>
            </a:r>
            <a:r>
              <a:rPr lang="en-US" sz="1400" dirty="0">
                <a:solidFill>
                  <a:srgbClr val="404040"/>
                </a:solidFill>
                <a:latin typeface="Consolas"/>
              </a:rPr>
              <a:t>hr02</a:t>
            </a:r>
            <a:r>
              <a:rPr lang="en-US" sz="1400" dirty="0">
                <a:solidFill>
                  <a:srgbClr val="404040"/>
                </a:solidFill>
                <a:latin typeface="Inter"/>
              </a:rPr>
              <a:t>).</a:t>
            </a:r>
            <a:endParaRPr lang="en-US" sz="1400" dirty="0"/>
          </a:p>
          <a:p>
            <a:pPr marL="285750" indent="-285750" algn="just">
              <a:buFont typeface="Calibri"/>
              <a:buChar char="-"/>
            </a:pPr>
            <a:r>
              <a:rPr lang="en-US" sz="1400" b="1" dirty="0">
                <a:solidFill>
                  <a:srgbClr val="404040"/>
                </a:solidFill>
                <a:latin typeface="Inter"/>
              </a:rPr>
              <a:t>Password</a:t>
            </a:r>
            <a:r>
              <a:rPr lang="en-US" sz="1400" dirty="0">
                <a:solidFill>
                  <a:srgbClr val="404040"/>
                </a:solidFill>
                <a:latin typeface="Inter"/>
              </a:rPr>
              <a:t>: Automatically generated (12 characters, includes uppercase, numbers, and special characters).</a:t>
            </a:r>
            <a:endParaRPr lang="en-US" sz="1400" dirty="0">
              <a:solidFill>
                <a:srgbClr val="000000"/>
              </a:solidFill>
            </a:endParaRPr>
          </a:p>
          <a:p>
            <a:pPr algn="just"/>
            <a:r>
              <a:rPr lang="en-US" sz="1400" b="1" dirty="0">
                <a:solidFill>
                  <a:srgbClr val="404040"/>
                </a:solidFill>
                <a:latin typeface="inter"/>
              </a:rPr>
              <a:t>Encryption</a:t>
            </a:r>
            <a:r>
              <a:rPr lang="en-US" sz="1400" dirty="0">
                <a:solidFill>
                  <a:srgbClr val="404040"/>
                </a:solidFill>
                <a:latin typeface="inter"/>
              </a:rPr>
              <a:t>:</a:t>
            </a:r>
            <a:endParaRPr lang="en-US" sz="1400" dirty="0">
              <a:solidFill>
                <a:srgbClr val="000000"/>
              </a:solidFill>
            </a:endParaRPr>
          </a:p>
          <a:p>
            <a:pPr marL="171450" indent="-171450" algn="just">
              <a:buFont typeface="Calibri" panose="020B0604020202020204" pitchFamily="34" charset="0"/>
              <a:buChar char="-"/>
            </a:pPr>
            <a:r>
              <a:rPr lang="en-US" sz="1400" dirty="0">
                <a:solidFill>
                  <a:srgbClr val="404040"/>
                </a:solidFill>
                <a:latin typeface="inter"/>
              </a:rPr>
              <a:t>Passwords stored using </a:t>
            </a:r>
            <a:r>
              <a:rPr lang="en-US" sz="1400" dirty="0" err="1">
                <a:solidFill>
                  <a:srgbClr val="404040"/>
                </a:solidFill>
                <a:latin typeface="inter"/>
              </a:rPr>
              <a:t>bcrypt</a:t>
            </a:r>
            <a:r>
              <a:rPr lang="en-US" sz="1400" dirty="0">
                <a:solidFill>
                  <a:srgbClr val="404040"/>
                </a:solidFill>
                <a:latin typeface="inter"/>
              </a:rPr>
              <a:t> hashing.</a:t>
            </a:r>
            <a:endParaRPr lang="en-US" sz="1400" dirty="0">
              <a:solidFill>
                <a:srgbClr val="000000"/>
              </a:solidFill>
            </a:endParaRPr>
          </a:p>
          <a:p>
            <a:pPr marL="171450" indent="-171450" algn="just">
              <a:buFont typeface="Calibri" panose="020B0604020202020204" pitchFamily="34" charset="0"/>
              <a:buChar char="-"/>
            </a:pPr>
            <a:r>
              <a:rPr lang="en-US" sz="1400" dirty="0">
                <a:solidFill>
                  <a:srgbClr val="404040"/>
                </a:solidFill>
                <a:latin typeface="inter"/>
              </a:rPr>
              <a:t>Communication encrypted with TLS (HTTPS)</a:t>
            </a:r>
            <a:r>
              <a:rPr lang="en-US" sz="1200" dirty="0">
                <a:solidFill>
                  <a:srgbClr val="404040"/>
                </a:solidFill>
                <a:latin typeface="inter"/>
              </a:rPr>
              <a:t>.</a:t>
            </a:r>
            <a:endParaRPr lang="en-US" dirty="0"/>
          </a:p>
          <a:p>
            <a:pPr algn="ctr"/>
            <a:endParaRPr lang="en-US" sz="1200" b="1" dirty="0"/>
          </a:p>
        </p:txBody>
      </p:sp>
      <p:pic>
        <p:nvPicPr>
          <p:cNvPr id="4" name="Picture 3" descr="A screenshot of a computer&#10;&#10;AI-generated content may be incorrect.">
            <a:extLst>
              <a:ext uri="{FF2B5EF4-FFF2-40B4-BE49-F238E27FC236}">
                <a16:creationId xmlns:a16="http://schemas.microsoft.com/office/drawing/2014/main" id="{098788FD-25D7-0658-226B-6D4959754397}"/>
              </a:ext>
            </a:extLst>
          </p:cNvPr>
          <p:cNvPicPr>
            <a:picLocks noChangeAspect="1"/>
          </p:cNvPicPr>
          <p:nvPr/>
        </p:nvPicPr>
        <p:blipFill>
          <a:blip r:embed="rId2"/>
          <a:stretch>
            <a:fillRect/>
          </a:stretch>
        </p:blipFill>
        <p:spPr>
          <a:xfrm>
            <a:off x="648261" y="1218640"/>
            <a:ext cx="7040656" cy="5272368"/>
          </a:xfrm>
          <a:prstGeom prst="rect">
            <a:avLst/>
          </a:prstGeom>
        </p:spPr>
      </p:pic>
    </p:spTree>
    <p:extLst>
      <p:ext uri="{BB962C8B-B14F-4D97-AF65-F5344CB8AC3E}">
        <p14:creationId xmlns:p14="http://schemas.microsoft.com/office/powerpoint/2010/main" val="221661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6545-A7E5-BFC9-86C4-F233619B4F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8EC1BE-592B-8E61-9BC3-18B323DB3FFB}"/>
              </a:ext>
            </a:extLst>
          </p:cNvPr>
          <p:cNvSpPr>
            <a:spLocks noGrp="1"/>
          </p:cNvSpPr>
          <p:nvPr>
            <p:ph type="title"/>
          </p:nvPr>
        </p:nvSpPr>
        <p:spPr/>
        <p:txBody>
          <a:bodyPr/>
          <a:lstStyle/>
          <a:p>
            <a:r>
              <a:rPr lang="es-MX"/>
              <a:t>Project Plan</a:t>
            </a:r>
          </a:p>
        </p:txBody>
      </p:sp>
      <p:sp>
        <p:nvSpPr>
          <p:cNvPr id="5" name="Marcador de texto 4">
            <a:extLst>
              <a:ext uri="{FF2B5EF4-FFF2-40B4-BE49-F238E27FC236}">
                <a16:creationId xmlns:a16="http://schemas.microsoft.com/office/drawing/2014/main" id="{18CA975A-E4A0-A190-3B0A-B9ED37457EBB}"/>
              </a:ext>
            </a:extLst>
          </p:cNvPr>
          <p:cNvSpPr>
            <a:spLocks noGrp="1"/>
          </p:cNvSpPr>
          <p:nvPr>
            <p:ph type="body" sz="quarter" idx="10"/>
          </p:nvPr>
        </p:nvSpPr>
        <p:spPr>
          <a:xfrm>
            <a:off x="838199" y="1194689"/>
            <a:ext cx="10515600" cy="4630039"/>
          </a:xfrm>
        </p:spPr>
        <p:txBody>
          <a:bodyPr/>
          <a:lstStyle/>
          <a:p>
            <a:r>
              <a:rPr lang="es-MX" b="1" dirty="0"/>
              <a:t>Project </a:t>
            </a:r>
            <a:r>
              <a:rPr lang="es-MX" b="1" dirty="0" err="1"/>
              <a:t>phases</a:t>
            </a:r>
            <a:r>
              <a:rPr lang="es-MX" b="1" dirty="0"/>
              <a:t> and </a:t>
            </a:r>
            <a:r>
              <a:rPr lang="es-MX" b="1" dirty="0" err="1"/>
              <a:t>key</a:t>
            </a:r>
            <a:r>
              <a:rPr lang="es-MX" b="1" dirty="0"/>
              <a:t> </a:t>
            </a:r>
            <a:r>
              <a:rPr lang="es-MX" b="1" dirty="0" err="1"/>
              <a:t>milestones</a:t>
            </a:r>
            <a:r>
              <a:rPr lang="es-MX" b="1" dirty="0"/>
              <a:t>:</a:t>
            </a:r>
          </a:p>
          <a:p>
            <a:endParaRPr lang="es-MX" b="1" dirty="0"/>
          </a:p>
          <a:p>
            <a:r>
              <a:rPr lang="en-US" dirty="0"/>
              <a:t>Phase 1: Proposal &amp; Planning (Week 1)</a:t>
            </a:r>
          </a:p>
          <a:p>
            <a:pPr marL="285750" indent="-285750">
              <a:buFont typeface="Arial" panose="020B0604020202020204" pitchFamily="34" charset="0"/>
              <a:buChar char="•"/>
            </a:pPr>
            <a:r>
              <a:rPr lang="en-US" dirty="0"/>
              <a:t>Project kickoff and requirements collection</a:t>
            </a:r>
          </a:p>
          <a:p>
            <a:pPr marL="285750" indent="-285750">
              <a:buFont typeface="Arial" panose="020B0604020202020204" pitchFamily="34" charset="0"/>
              <a:buChar char="•"/>
            </a:pPr>
            <a:r>
              <a:rPr lang="en-US" dirty="0"/>
              <a:t>Documentation and proposal presentation</a:t>
            </a:r>
          </a:p>
          <a:p>
            <a:pPr marL="285750" indent="-285750">
              <a:buFont typeface="Arial" panose="020B0604020202020204" pitchFamily="34" charset="0"/>
              <a:buChar char="•"/>
            </a:pPr>
            <a:r>
              <a:rPr lang="en-US" dirty="0"/>
              <a:t>Stakeholder validation and feedback</a:t>
            </a:r>
          </a:p>
          <a:p>
            <a:endParaRPr lang="en-US" dirty="0"/>
          </a:p>
          <a:p>
            <a:r>
              <a:rPr lang="en-US" dirty="0"/>
              <a:t>Phase 2: Development &amp; Implementation (Weeks 2–4)</a:t>
            </a:r>
          </a:p>
          <a:p>
            <a:pPr marL="285750" indent="-285750">
              <a:buFont typeface="Arial" panose="020B0604020202020204" pitchFamily="34" charset="0"/>
              <a:buChar char="•"/>
            </a:pPr>
            <a:r>
              <a:rPr lang="en-US" dirty="0"/>
              <a:t>Week 2: Development planning, architecture design, and database setup</a:t>
            </a:r>
          </a:p>
          <a:p>
            <a:pPr marL="285750" indent="-285750">
              <a:buFont typeface="Arial" panose="020B0604020202020204" pitchFamily="34" charset="0"/>
              <a:buChar char="•"/>
            </a:pPr>
            <a:r>
              <a:rPr lang="en-US" dirty="0"/>
              <a:t>Weeks 2–3: Build the profile analysis module (NLP, OCR, API integration)</a:t>
            </a:r>
          </a:p>
          <a:p>
            <a:pPr marL="285750" indent="-285750">
              <a:buFont typeface="Arial" panose="020B0604020202020204" pitchFamily="34" charset="0"/>
              <a:buChar char="•"/>
            </a:pPr>
            <a:r>
              <a:rPr lang="en-US" dirty="0"/>
              <a:t>Week 4: Pilot testing, evaluation, and debugging</a:t>
            </a:r>
            <a:endParaRPr lang="es-MX" dirty="0"/>
          </a:p>
        </p:txBody>
      </p:sp>
    </p:spTree>
    <p:extLst>
      <p:ext uri="{BB962C8B-B14F-4D97-AF65-F5344CB8AC3E}">
        <p14:creationId xmlns:p14="http://schemas.microsoft.com/office/powerpoint/2010/main" val="3086220082"/>
      </p:ext>
    </p:extLst>
  </p:cSld>
  <p:clrMapOvr>
    <a:masterClrMapping/>
  </p:clrMapOvr>
  <mc:AlternateContent xmlns:mc="http://schemas.openxmlformats.org/markup-compatibility/2006" xmlns:p14="http://schemas.microsoft.com/office/powerpoint/2010/main">
    <mc:Choice Requires="p14">
      <p:transition spd="slow" p14:dur="2000" advTm="61580"/>
    </mc:Choice>
    <mc:Fallback xmlns="">
      <p:transition spd="slow" advTm="615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BAEDD-7920-92B2-094A-A495535F38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CA1219-9B56-F009-8632-93DAAF50A934}"/>
              </a:ext>
            </a:extLst>
          </p:cNvPr>
          <p:cNvSpPr>
            <a:spLocks noGrp="1"/>
          </p:cNvSpPr>
          <p:nvPr>
            <p:ph type="title"/>
          </p:nvPr>
        </p:nvSpPr>
        <p:spPr/>
        <p:txBody>
          <a:bodyPr/>
          <a:lstStyle/>
          <a:p>
            <a:r>
              <a:rPr lang="es-MX"/>
              <a:t>Project Plan</a:t>
            </a:r>
          </a:p>
        </p:txBody>
      </p:sp>
      <p:sp>
        <p:nvSpPr>
          <p:cNvPr id="5" name="Marcador de texto 4">
            <a:extLst>
              <a:ext uri="{FF2B5EF4-FFF2-40B4-BE49-F238E27FC236}">
                <a16:creationId xmlns:a16="http://schemas.microsoft.com/office/drawing/2014/main" id="{A6EFFD66-70B0-AE40-1ED6-6FDDEA09D66A}"/>
              </a:ext>
            </a:extLst>
          </p:cNvPr>
          <p:cNvSpPr>
            <a:spLocks noGrp="1"/>
          </p:cNvSpPr>
          <p:nvPr>
            <p:ph type="body" sz="quarter" idx="10"/>
          </p:nvPr>
        </p:nvSpPr>
        <p:spPr>
          <a:xfrm>
            <a:off x="838199" y="1295273"/>
            <a:ext cx="10515600" cy="5197602"/>
          </a:xfrm>
        </p:spPr>
        <p:txBody>
          <a:bodyPr/>
          <a:lstStyle/>
          <a:p>
            <a:r>
              <a:rPr lang="es-MX" sz="1600" b="1" dirty="0"/>
              <a:t>Technologies &amp; Tools:</a:t>
            </a:r>
            <a:endParaRPr lang="es-MX" sz="1600" dirty="0"/>
          </a:p>
          <a:p>
            <a:pPr>
              <a:buFont typeface="Arial" panose="020B0604020202020204" pitchFamily="34" charset="0"/>
              <a:buChar char="•"/>
            </a:pPr>
            <a:r>
              <a:rPr lang="es-MX" sz="1600" dirty="0" err="1"/>
              <a:t>Programming</a:t>
            </a:r>
            <a:r>
              <a:rPr lang="es-MX" sz="1600" dirty="0"/>
              <a:t> &amp; </a:t>
            </a:r>
            <a:r>
              <a:rPr lang="es-MX" sz="1600" dirty="0" err="1"/>
              <a:t>Frameworks</a:t>
            </a:r>
            <a:r>
              <a:rPr lang="es-MX" sz="1600" dirty="0"/>
              <a:t>: Python (</a:t>
            </a:r>
            <a:r>
              <a:rPr lang="es-MX" sz="1600" dirty="0" err="1"/>
              <a:t>Scikit-learn</a:t>
            </a:r>
            <a:r>
              <a:rPr lang="es-MX" sz="1600" dirty="0"/>
              <a:t>, </a:t>
            </a:r>
            <a:r>
              <a:rPr lang="es-MX" sz="1600" dirty="0" err="1"/>
              <a:t>TensorFlow</a:t>
            </a:r>
            <a:r>
              <a:rPr lang="es-MX" sz="1600" dirty="0"/>
              <a:t>), React.js</a:t>
            </a:r>
          </a:p>
          <a:p>
            <a:pPr>
              <a:buFont typeface="Arial" panose="020B0604020202020204" pitchFamily="34" charset="0"/>
              <a:buChar char="•"/>
            </a:pPr>
            <a:r>
              <a:rPr lang="es-MX" sz="1600" dirty="0" err="1"/>
              <a:t>Database</a:t>
            </a:r>
            <a:r>
              <a:rPr lang="es-MX" sz="1600" dirty="0"/>
              <a:t>: MongoDB</a:t>
            </a:r>
          </a:p>
          <a:p>
            <a:pPr>
              <a:buFont typeface="Arial" panose="020B0604020202020204" pitchFamily="34" charset="0"/>
              <a:buChar char="•"/>
            </a:pPr>
            <a:r>
              <a:rPr lang="es-MX" sz="1600" dirty="0" err="1"/>
              <a:t>Infrastructure</a:t>
            </a:r>
            <a:r>
              <a:rPr lang="es-MX" sz="1600" dirty="0"/>
              <a:t>: </a:t>
            </a:r>
            <a:r>
              <a:rPr lang="es-MX" sz="1600" dirty="0" err="1"/>
              <a:t>Private</a:t>
            </a:r>
            <a:r>
              <a:rPr lang="es-MX" sz="1600" dirty="0"/>
              <a:t> </a:t>
            </a:r>
            <a:r>
              <a:rPr lang="es-MX" sz="1600" dirty="0" err="1"/>
              <a:t>cloud</a:t>
            </a:r>
            <a:r>
              <a:rPr lang="es-MX" sz="1600" dirty="0"/>
              <a:t> servers</a:t>
            </a:r>
          </a:p>
          <a:p>
            <a:pPr>
              <a:buFont typeface="Arial" panose="020B0604020202020204" pitchFamily="34" charset="0"/>
              <a:buChar char="•"/>
            </a:pPr>
            <a:r>
              <a:rPr lang="es-MX" sz="1600" dirty="0" err="1"/>
              <a:t>External</a:t>
            </a:r>
            <a:r>
              <a:rPr lang="es-MX" sz="1600" dirty="0"/>
              <a:t> </a:t>
            </a:r>
            <a:r>
              <a:rPr lang="es-MX" sz="1600" dirty="0" err="1"/>
              <a:t>APIs</a:t>
            </a:r>
            <a:r>
              <a:rPr lang="es-MX" sz="1600" dirty="0"/>
              <a:t>: LinkedIn, OCC</a:t>
            </a:r>
          </a:p>
          <a:p>
            <a:pPr>
              <a:buFont typeface="Arial" panose="020B0604020202020204" pitchFamily="34" charset="0"/>
              <a:buChar char="•"/>
            </a:pPr>
            <a:r>
              <a:rPr lang="es-MX" sz="1600" dirty="0"/>
              <a:t>NLP &amp; OCR Tools: </a:t>
            </a:r>
            <a:r>
              <a:rPr lang="es-MX" sz="1600" dirty="0" err="1"/>
              <a:t>SpaCy</a:t>
            </a:r>
            <a:r>
              <a:rPr lang="es-MX" sz="1600" dirty="0"/>
              <a:t>, </a:t>
            </a:r>
            <a:r>
              <a:rPr lang="es-MX" sz="1600" dirty="0" err="1"/>
              <a:t>Tesseract</a:t>
            </a:r>
            <a:endParaRPr lang="es-MX" sz="1600" dirty="0"/>
          </a:p>
          <a:p>
            <a:endParaRPr lang="en-US" sz="1600" dirty="0"/>
          </a:p>
          <a:p>
            <a:r>
              <a:rPr lang="en-US" sz="1600" b="1" dirty="0"/>
              <a:t>Key Success Metrics:</a:t>
            </a:r>
          </a:p>
          <a:p>
            <a:r>
              <a:rPr lang="en-US" sz="1600" dirty="0"/>
              <a:t>Model accuracy and performance</a:t>
            </a:r>
          </a:p>
          <a:p>
            <a:r>
              <a:rPr lang="en-US" sz="1600" dirty="0"/>
              <a:t>Reduced candidate selection time</a:t>
            </a:r>
          </a:p>
          <a:p>
            <a:r>
              <a:rPr lang="en-US" sz="1600" dirty="0"/>
              <a:t>High HR satisfaction via feedback</a:t>
            </a:r>
          </a:p>
          <a:p>
            <a:r>
              <a:rPr lang="en-US" sz="1600" dirty="0"/>
              <a:t>Compliance with security and privacy standards</a:t>
            </a:r>
            <a:endParaRPr lang="es-MX" sz="1600" dirty="0"/>
          </a:p>
          <a:p>
            <a:endParaRPr lang="es-MX" dirty="0"/>
          </a:p>
        </p:txBody>
      </p:sp>
      <p:pic>
        <p:nvPicPr>
          <p:cNvPr id="4" name="Imagen 3">
            <a:extLst>
              <a:ext uri="{FF2B5EF4-FFF2-40B4-BE49-F238E27FC236}">
                <a16:creationId xmlns:a16="http://schemas.microsoft.com/office/drawing/2014/main" id="{0F25B9DB-7A1E-E11F-2BB0-BE32F9CB54A1}"/>
              </a:ext>
            </a:extLst>
          </p:cNvPr>
          <p:cNvPicPr>
            <a:picLocks noChangeAspect="1"/>
          </p:cNvPicPr>
          <p:nvPr/>
        </p:nvPicPr>
        <p:blipFill>
          <a:blip r:embed="rId3"/>
          <a:stretch>
            <a:fillRect/>
          </a:stretch>
        </p:blipFill>
        <p:spPr>
          <a:xfrm>
            <a:off x="5593432" y="1981199"/>
            <a:ext cx="6598568" cy="2993058"/>
          </a:xfrm>
          <a:prstGeom prst="rect">
            <a:avLst/>
          </a:prstGeom>
        </p:spPr>
      </p:pic>
    </p:spTree>
    <p:extLst>
      <p:ext uri="{BB962C8B-B14F-4D97-AF65-F5344CB8AC3E}">
        <p14:creationId xmlns:p14="http://schemas.microsoft.com/office/powerpoint/2010/main" val="1034804618"/>
      </p:ext>
    </p:extLst>
  </p:cSld>
  <p:clrMapOvr>
    <a:masterClrMapping/>
  </p:clrMapOvr>
  <mc:AlternateContent xmlns:mc="http://schemas.openxmlformats.org/markup-compatibility/2006" xmlns:p14="http://schemas.microsoft.com/office/powerpoint/2010/main">
    <mc:Choice Requires="p14">
      <p:transition spd="slow" p14:dur="2000" advTm="58693"/>
    </mc:Choice>
    <mc:Fallback xmlns="">
      <p:transition spd="slow" advTm="5869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F996C-5A26-C66B-6128-14E5F2B8C3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1E70B8-0867-78E7-41A1-FFFDC8785F6D}"/>
              </a:ext>
            </a:extLst>
          </p:cNvPr>
          <p:cNvSpPr>
            <a:spLocks noGrp="1"/>
          </p:cNvSpPr>
          <p:nvPr>
            <p:ph type="title"/>
          </p:nvPr>
        </p:nvSpPr>
        <p:spPr/>
        <p:txBody>
          <a:bodyPr/>
          <a:lstStyle/>
          <a:p>
            <a:r>
              <a:rPr lang="es-MX"/>
              <a:t>Feedback &amp; Impact Assessment</a:t>
            </a:r>
          </a:p>
        </p:txBody>
      </p:sp>
      <p:sp>
        <p:nvSpPr>
          <p:cNvPr id="3" name="Marcador de texto 2">
            <a:extLst>
              <a:ext uri="{FF2B5EF4-FFF2-40B4-BE49-F238E27FC236}">
                <a16:creationId xmlns:a16="http://schemas.microsoft.com/office/drawing/2014/main" id="{42C57448-2335-337F-11C0-10D36E9AF076}"/>
              </a:ext>
            </a:extLst>
          </p:cNvPr>
          <p:cNvSpPr>
            <a:spLocks noGrp="1"/>
          </p:cNvSpPr>
          <p:nvPr>
            <p:ph type="body" sz="quarter" idx="10"/>
          </p:nvPr>
        </p:nvSpPr>
        <p:spPr>
          <a:xfrm>
            <a:off x="535353" y="1063625"/>
            <a:ext cx="10515600" cy="3833813"/>
          </a:xfrm>
        </p:spPr>
        <p:txBody>
          <a:bodyPr lIns="91440" tIns="45720" rIns="91440" bIns="45720" anchor="t"/>
          <a:lstStyle/>
          <a:p>
            <a:r>
              <a:rPr lang="en-US" sz="1400" b="1">
                <a:latin typeface="Montserrat"/>
              </a:rPr>
              <a:t>Key Points to Cover:</a:t>
            </a:r>
            <a:endParaRPr lang="en-US" sz="1400">
              <a:latin typeface="Montserrat"/>
            </a:endParaRPr>
          </a:p>
          <a:p>
            <a:pPr marL="285750" indent="-285750">
              <a:buFont typeface="Arial"/>
              <a:buChar char="•"/>
            </a:pPr>
            <a:r>
              <a:rPr lang="en-US" sz="1400" b="1">
                <a:latin typeface="Montserrat"/>
              </a:rPr>
              <a:t>How We Will Gather Feedback</a:t>
            </a:r>
          </a:p>
          <a:p>
            <a:pPr marL="971550" lvl="1" indent="-285750">
              <a:buFont typeface="Arial"/>
              <a:buChar char="•"/>
            </a:pPr>
            <a:r>
              <a:rPr lang="en-US" sz="1800">
                <a:latin typeface="Montserrat"/>
              </a:rPr>
              <a:t>Surveys and interviews with recruiters and hiring managers to assess usability and effectiveness.</a:t>
            </a:r>
            <a:endParaRPr lang="en-US" sz="1800"/>
          </a:p>
          <a:p>
            <a:pPr marL="971550" lvl="1" indent="-285750">
              <a:buFont typeface="Arial"/>
              <a:buChar char="•"/>
            </a:pPr>
            <a:r>
              <a:rPr lang="en-US" sz="1800">
                <a:latin typeface="Montserrat"/>
              </a:rPr>
              <a:t>Candidate feedback on fairness, transparency, and ease of the application process.</a:t>
            </a:r>
            <a:endParaRPr lang="en-US" sz="1800"/>
          </a:p>
          <a:p>
            <a:pPr marL="971550" lvl="1" indent="-285750">
              <a:buFont typeface="Arial"/>
              <a:buChar char="•"/>
            </a:pPr>
            <a:r>
              <a:rPr lang="en-US" sz="1800">
                <a:latin typeface="Montserrat"/>
              </a:rPr>
              <a:t>System performance monitoring to track accuracy, efficiency, and error rates.</a:t>
            </a:r>
            <a:endParaRPr lang="en-US" sz="1800"/>
          </a:p>
          <a:p>
            <a:pPr marL="285750" indent="-285750">
              <a:buFont typeface="Arial"/>
              <a:buChar char="•"/>
            </a:pPr>
            <a:r>
              <a:rPr lang="en-US" sz="1400" b="1">
                <a:latin typeface="Montserrat"/>
              </a:rPr>
              <a:t>Expected Performance Improvements</a:t>
            </a:r>
            <a:endParaRPr lang="en-US" sz="1400"/>
          </a:p>
          <a:p>
            <a:pPr marL="971550" lvl="1" indent="-285750">
              <a:buFont typeface="Arial"/>
              <a:buChar char="•"/>
            </a:pPr>
            <a:r>
              <a:rPr lang="en-US" sz="1800">
                <a:latin typeface="Montserrat"/>
              </a:rPr>
              <a:t>Reduction in manual effort for recruiters (target goal: X% decrease in review time).</a:t>
            </a:r>
            <a:endParaRPr lang="en-US" sz="1800"/>
          </a:p>
          <a:p>
            <a:pPr marL="971550" lvl="1" indent="-285750">
              <a:buFont typeface="Arial"/>
              <a:buChar char="•"/>
            </a:pPr>
            <a:r>
              <a:rPr lang="en-US" sz="1800">
                <a:latin typeface="Montserrat"/>
              </a:rPr>
              <a:t>Enhanced candidate-job matching accuracy (goal: X% improvement in successful placements).</a:t>
            </a:r>
            <a:endParaRPr lang="en-US" sz="1800"/>
          </a:p>
          <a:p>
            <a:pPr marL="971550" lvl="1" indent="-285750">
              <a:buFont typeface="Arial"/>
              <a:buChar char="•"/>
            </a:pPr>
            <a:r>
              <a:rPr lang="en-US" sz="1800">
                <a:latin typeface="Montserrat"/>
              </a:rPr>
              <a:t>Increased efficiency in filtering applicants (goal: process resumes in X seconds).</a:t>
            </a:r>
            <a:endParaRPr lang="en-US" sz="1800"/>
          </a:p>
          <a:p>
            <a:pPr marL="285750" indent="-285750">
              <a:buFont typeface="Arial" panose="020B0604020202020204" pitchFamily="34" charset="0"/>
              <a:buChar char="•"/>
            </a:pPr>
            <a:endParaRPr lang="en-US">
              <a:solidFill>
                <a:schemeClr val="bg1">
                  <a:lumMod val="75000"/>
                </a:schemeClr>
              </a:solidFill>
            </a:endParaRPr>
          </a:p>
        </p:txBody>
      </p:sp>
    </p:spTree>
    <p:extLst>
      <p:ext uri="{BB962C8B-B14F-4D97-AF65-F5344CB8AC3E}">
        <p14:creationId xmlns:p14="http://schemas.microsoft.com/office/powerpoint/2010/main" val="1870306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28ADF-4C99-F76A-5D4B-04C5F7D4023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FBF5E7-B5D8-F469-BCB5-4272B9EEB914}"/>
              </a:ext>
            </a:extLst>
          </p:cNvPr>
          <p:cNvSpPr>
            <a:spLocks noGrp="1"/>
          </p:cNvSpPr>
          <p:nvPr>
            <p:ph type="title"/>
          </p:nvPr>
        </p:nvSpPr>
        <p:spPr/>
        <p:txBody>
          <a:bodyPr/>
          <a:lstStyle/>
          <a:p>
            <a:r>
              <a:rPr lang="es-MX" err="1"/>
              <a:t>Conclusion</a:t>
            </a:r>
            <a:r>
              <a:rPr lang="es-MX"/>
              <a:t> &amp; </a:t>
            </a:r>
            <a:r>
              <a:rPr lang="es-MX" err="1"/>
              <a:t>benefits</a:t>
            </a:r>
            <a:endParaRPr lang="es-MX"/>
          </a:p>
        </p:txBody>
      </p:sp>
      <p:sp>
        <p:nvSpPr>
          <p:cNvPr id="3" name="Marcador de texto 2">
            <a:extLst>
              <a:ext uri="{FF2B5EF4-FFF2-40B4-BE49-F238E27FC236}">
                <a16:creationId xmlns:a16="http://schemas.microsoft.com/office/drawing/2014/main" id="{E7C1F5BE-FEAB-9F34-B21B-F8831711CC1C}"/>
              </a:ext>
            </a:extLst>
          </p:cNvPr>
          <p:cNvSpPr>
            <a:spLocks noGrp="1"/>
          </p:cNvSpPr>
          <p:nvPr>
            <p:ph type="body" sz="quarter" idx="10"/>
          </p:nvPr>
        </p:nvSpPr>
        <p:spPr>
          <a:xfrm>
            <a:off x="81023" y="1400537"/>
            <a:ext cx="3727048" cy="3833813"/>
          </a:xfrm>
        </p:spPr>
        <p:txBody>
          <a:bodyPr lIns="91440" tIns="45720" rIns="91440" bIns="45720" anchor="t"/>
          <a:lstStyle/>
          <a:p>
            <a:r>
              <a:rPr lang="en-US" sz="1400" dirty="0">
                <a:latin typeface="Montserrat"/>
              </a:rPr>
              <a:t>Our proposed AI recruitment system is designed to enhance hiring efficiency by reducing manual workload, improving candidate-job matching, and providing real-time insights. </a:t>
            </a:r>
          </a:p>
          <a:p>
            <a:endParaRPr lang="en-US" sz="1400" dirty="0">
              <a:solidFill>
                <a:srgbClr val="000000"/>
              </a:solidFill>
              <a:latin typeface="Montserrat"/>
            </a:endParaRPr>
          </a:p>
          <a:p>
            <a:r>
              <a:rPr lang="en-US" sz="1400" b="1" i="1" dirty="0">
                <a:solidFill>
                  <a:srgbClr val="000000"/>
                </a:solidFill>
                <a:latin typeface="Montserrat"/>
              </a:rPr>
              <a:t>Potential avenues for optimization or improvement:</a:t>
            </a:r>
            <a:endParaRPr lang="en-US" sz="1400" b="1" i="1" dirty="0">
              <a:solidFill>
                <a:srgbClr val="000000"/>
              </a:solidFill>
            </a:endParaRPr>
          </a:p>
          <a:p>
            <a:pPr marL="285750" indent="-285750">
              <a:buFont typeface="Arial"/>
              <a:buChar char="•"/>
            </a:pPr>
            <a:r>
              <a:rPr lang="en-US" sz="1400" b="1" dirty="0">
                <a:solidFill>
                  <a:srgbClr val="000000"/>
                </a:solidFill>
                <a:latin typeface="Montserrat"/>
              </a:rPr>
              <a:t>Pilot Program Implementation:</a:t>
            </a:r>
            <a:r>
              <a:rPr lang="en-US" sz="1400" dirty="0">
                <a:solidFill>
                  <a:srgbClr val="000000"/>
                </a:solidFill>
                <a:latin typeface="Montserrat"/>
              </a:rPr>
              <a:t> Conduct an initial test with a small recruiter team to gather early feedback.</a:t>
            </a:r>
            <a:endParaRPr lang="en-US" sz="1400" dirty="0">
              <a:latin typeface="Montserrat"/>
            </a:endParaRPr>
          </a:p>
          <a:p>
            <a:pPr marL="285750" indent="-285750">
              <a:buFont typeface="Arial"/>
              <a:buChar char="•"/>
            </a:pPr>
            <a:r>
              <a:rPr lang="en-US" sz="1400" b="1" dirty="0">
                <a:solidFill>
                  <a:srgbClr val="000000"/>
                </a:solidFill>
                <a:latin typeface="Montserrat"/>
              </a:rPr>
              <a:t>Model Fine-Tuning:</a:t>
            </a:r>
            <a:r>
              <a:rPr lang="en-US" sz="1400" dirty="0">
                <a:solidFill>
                  <a:srgbClr val="000000"/>
                </a:solidFill>
                <a:latin typeface="Montserrat"/>
              </a:rPr>
              <a:t> Adjust AI parameters based on recruiter feedback and hiring outcomes.</a:t>
            </a:r>
            <a:endParaRPr lang="en-US" sz="1400" dirty="0">
              <a:latin typeface="Montserrat"/>
            </a:endParaRPr>
          </a:p>
          <a:p>
            <a:pPr marL="285750" indent="-285750">
              <a:buFont typeface="Arial"/>
              <a:buChar char="•"/>
            </a:pPr>
            <a:r>
              <a:rPr lang="en-US" sz="1400" b="1" dirty="0">
                <a:solidFill>
                  <a:srgbClr val="000000"/>
                </a:solidFill>
                <a:latin typeface="Montserrat"/>
              </a:rPr>
              <a:t>Integration with HR Systems:</a:t>
            </a:r>
            <a:r>
              <a:rPr lang="en-US" sz="1400" dirty="0">
                <a:solidFill>
                  <a:srgbClr val="000000"/>
                </a:solidFill>
                <a:latin typeface="Montserrat"/>
              </a:rPr>
              <a:t> Enhance compatibility with existing ATS (Applicant Tracking Systems) and HR platforms.</a:t>
            </a:r>
            <a:endParaRPr lang="en-US" sz="1400" dirty="0">
              <a:latin typeface="Montserrat"/>
            </a:endParaRPr>
          </a:p>
          <a:p>
            <a:endParaRPr lang="en-US" sz="1400" dirty="0">
              <a:latin typeface="Montserrat"/>
            </a:endParaRPr>
          </a:p>
          <a:p>
            <a:endParaRPr lang="en-US" sz="1400" dirty="0">
              <a:solidFill>
                <a:srgbClr val="000000"/>
              </a:solidFill>
            </a:endParaRPr>
          </a:p>
          <a:p>
            <a:endParaRPr lang="en-US" sz="1400" dirty="0">
              <a:solidFill>
                <a:srgbClr val="000000"/>
              </a:solidFill>
            </a:endParaRPr>
          </a:p>
          <a:p>
            <a:endParaRPr lang="en-US" sz="1400" dirty="0">
              <a:solidFill>
                <a:srgbClr val="000000"/>
              </a:solidFill>
            </a:endParaRPr>
          </a:p>
          <a:p>
            <a:endParaRPr lang="en-US" sz="1400" dirty="0">
              <a:solidFill>
                <a:srgbClr val="000000"/>
              </a:solidFill>
            </a:endParaRPr>
          </a:p>
          <a:p>
            <a:pPr marL="285750" indent="-285750">
              <a:buChar char="•"/>
            </a:pPr>
            <a:endParaRPr lang="en-US" sz="1400" dirty="0">
              <a:solidFill>
                <a:schemeClr val="bg1">
                  <a:lumMod val="75000"/>
                </a:schemeClr>
              </a:solidFill>
            </a:endParaRPr>
          </a:p>
        </p:txBody>
      </p:sp>
      <p:pic>
        <p:nvPicPr>
          <p:cNvPr id="6" name="Imagen 5">
            <a:extLst>
              <a:ext uri="{FF2B5EF4-FFF2-40B4-BE49-F238E27FC236}">
                <a16:creationId xmlns:a16="http://schemas.microsoft.com/office/drawing/2014/main" id="{07A24B8E-9D78-2288-8873-756B29498109}"/>
              </a:ext>
            </a:extLst>
          </p:cNvPr>
          <p:cNvPicPr>
            <a:picLocks noChangeAspect="1"/>
          </p:cNvPicPr>
          <p:nvPr/>
        </p:nvPicPr>
        <p:blipFill>
          <a:blip r:embed="rId2"/>
          <a:srcRect r="32310"/>
          <a:stretch/>
        </p:blipFill>
        <p:spPr>
          <a:xfrm>
            <a:off x="3939251" y="1269464"/>
            <a:ext cx="8252749" cy="5588536"/>
          </a:xfrm>
          <a:prstGeom prst="rect">
            <a:avLst/>
          </a:prstGeom>
        </p:spPr>
      </p:pic>
    </p:spTree>
    <p:extLst>
      <p:ext uri="{BB962C8B-B14F-4D97-AF65-F5344CB8AC3E}">
        <p14:creationId xmlns:p14="http://schemas.microsoft.com/office/powerpoint/2010/main" val="139500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A5D7E9A-3984-0A23-7226-A1E62569DA92}"/>
              </a:ext>
            </a:extLst>
          </p:cNvPr>
          <p:cNvSpPr>
            <a:spLocks noGrp="1"/>
          </p:cNvSpPr>
          <p:nvPr>
            <p:ph type="body" sz="quarter" idx="12"/>
          </p:nvPr>
        </p:nvSpPr>
        <p:spPr/>
        <p:txBody>
          <a:bodyPr lIns="91440" tIns="45720" rIns="91440" bIns="45720" anchor="t"/>
          <a:lstStyle/>
          <a:p>
            <a:r>
              <a:rPr lang="es-MX">
                <a:latin typeface="Magallanes Light"/>
              </a:rPr>
              <a:t>Las Torres</a:t>
            </a:r>
            <a:endParaRPr lang="en-US"/>
          </a:p>
        </p:txBody>
      </p:sp>
      <p:sp>
        <p:nvSpPr>
          <p:cNvPr id="3" name="Marcador de texto 2">
            <a:extLst>
              <a:ext uri="{FF2B5EF4-FFF2-40B4-BE49-F238E27FC236}">
                <a16:creationId xmlns:a16="http://schemas.microsoft.com/office/drawing/2014/main" id="{3E8CFB05-30C5-0B83-FC4F-FFB65DDC8487}"/>
              </a:ext>
            </a:extLst>
          </p:cNvPr>
          <p:cNvSpPr>
            <a:spLocks noGrp="1"/>
          </p:cNvSpPr>
          <p:nvPr>
            <p:ph type="body" sz="quarter" idx="13"/>
          </p:nvPr>
        </p:nvSpPr>
        <p:spPr/>
        <p:txBody>
          <a:bodyPr lIns="91440" tIns="45720" rIns="91440" bIns="45720" anchor="t"/>
          <a:lstStyle/>
          <a:p>
            <a:r>
              <a:rPr lang="es-MX">
                <a:latin typeface="Magallanes Black"/>
              </a:rPr>
              <a:t>Red Team</a:t>
            </a:r>
            <a:endParaRPr lang="es-MX"/>
          </a:p>
        </p:txBody>
      </p:sp>
      <p:sp>
        <p:nvSpPr>
          <p:cNvPr id="4" name="TextBox 3">
            <a:extLst>
              <a:ext uri="{FF2B5EF4-FFF2-40B4-BE49-F238E27FC236}">
                <a16:creationId xmlns:a16="http://schemas.microsoft.com/office/drawing/2014/main" id="{B4A7AF80-1193-DDDD-09EC-7419E9D83EB7}"/>
              </a:ext>
            </a:extLst>
          </p:cNvPr>
          <p:cNvSpPr txBox="1"/>
          <p:nvPr/>
        </p:nvSpPr>
        <p:spPr>
          <a:xfrm>
            <a:off x="3040841" y="4280018"/>
            <a:ext cx="610787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REPOSITORY LINK: </a:t>
            </a:r>
            <a:r>
              <a:rPr lang="en-US">
                <a:solidFill>
                  <a:schemeClr val="bg1"/>
                </a:solidFill>
                <a:ea typeface="+mn-lt"/>
                <a:cs typeface="+mn-lt"/>
              </a:rPr>
              <a:t>https://github.com/NorbertoSuas/recruitment-app</a:t>
            </a:r>
            <a:endParaRPr lang="en-US">
              <a:solidFill>
                <a:schemeClr val="bg1"/>
              </a:solidFill>
            </a:endParaRPr>
          </a:p>
        </p:txBody>
      </p:sp>
    </p:spTree>
    <p:extLst>
      <p:ext uri="{BB962C8B-B14F-4D97-AF65-F5344CB8AC3E}">
        <p14:creationId xmlns:p14="http://schemas.microsoft.com/office/powerpoint/2010/main" val="1271745167"/>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78ea346-de7b-463c-ad58-468f2b6b1f84" xsi:nil="true"/>
    <lcf76f155ced4ddcb4097134ff3c332f xmlns="8b85e5d6-44e9-44b4-9151-a598d4cd8322">
      <Terms xmlns="http://schemas.microsoft.com/office/infopath/2007/PartnerControls"/>
    </lcf76f155ced4ddcb4097134ff3c332f>
    <DS xmlns="8b85e5d6-44e9-44b4-9151-a598d4cd832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7935A43B9C19F4F8A44D990B1578BFD" ma:contentTypeVersion="19" ma:contentTypeDescription="Crear nuevo documento." ma:contentTypeScope="" ma:versionID="07f633b1aee61d1b7950ac40c16bec01">
  <xsd:schema xmlns:xsd="http://www.w3.org/2001/XMLSchema" xmlns:xs="http://www.w3.org/2001/XMLSchema" xmlns:p="http://schemas.microsoft.com/office/2006/metadata/properties" xmlns:ns2="8b85e5d6-44e9-44b4-9151-a598d4cd8322" xmlns:ns3="678ea346-de7b-463c-ad58-468f2b6b1f84" targetNamespace="http://schemas.microsoft.com/office/2006/metadata/properties" ma:root="true" ma:fieldsID="b9f5405dcab91b05e07dc622aa03f00e" ns2:_="" ns3:_="">
    <xsd:import namespace="8b85e5d6-44e9-44b4-9151-a598d4cd8322"/>
    <xsd:import namespace="678ea346-de7b-463c-ad58-468f2b6b1f84"/>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SearchProperties" minOccurs="0"/>
                <xsd:element ref="ns2: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85e5d6-44e9-44b4-9151-a598d4cd83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Etiquetas de imagen" ma:readOnly="false" ma:fieldId="{5cf76f15-5ced-4ddc-b409-7134ff3c332f}" ma:taxonomyMulti="true" ma:sspId="13c8208e-38ef-4023-9a11-45f5d269fb8f"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DS" ma:index="24" nillable="true" ma:displayName="DS" ma:format="Dropdown" ma:internalName="DS">
      <xsd:simpleType>
        <xsd:restriction base="dms:Lookup"/>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8ea346-de7b-463c-ad58-468f2b6b1f84"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element name="TaxCatchAll" ma:index="22" nillable="true" ma:displayName="Taxonomy Catch All Column" ma:hidden="true" ma:list="{51edc495-2604-45bc-b667-2d3478ccba5e}" ma:internalName="TaxCatchAll" ma:showField="CatchAllData" ma:web="678ea346-de7b-463c-ad58-468f2b6b1f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CA7370-4AB4-4516-8AEF-14251258D361}">
  <ds:schemaRefs>
    <ds:schemaRef ds:uri="678ea346-de7b-463c-ad58-468f2b6b1f84"/>
    <ds:schemaRef ds:uri="8b85e5d6-44e9-44b4-9151-a598d4cd8322"/>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182B05A1-57CC-49C9-A7FF-C037A2297E81}">
  <ds:schemaRefs>
    <ds:schemaRef ds:uri="678ea346-de7b-463c-ad58-468f2b6b1f84"/>
    <ds:schemaRef ds:uri="8b85e5d6-44e9-44b4-9151-a598d4cd83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FAB97682-4835-4760-A9F1-591BA98C5F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902</Words>
  <Application>Microsoft Office PowerPoint</Application>
  <PresentationFormat>Panorámica</PresentationFormat>
  <Paragraphs>105</Paragraphs>
  <Slides>15</Slides>
  <Notes>5</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15</vt:i4>
      </vt:variant>
    </vt:vector>
  </HeadingPairs>
  <TitlesOfParts>
    <vt:vector size="27" baseType="lpstr">
      <vt:lpstr>Aptos</vt:lpstr>
      <vt:lpstr>Arial</vt:lpstr>
      <vt:lpstr>Calibri</vt:lpstr>
      <vt:lpstr>Consolas</vt:lpstr>
      <vt:lpstr>inter</vt:lpstr>
      <vt:lpstr>inter</vt:lpstr>
      <vt:lpstr>Magallanes Black</vt:lpstr>
      <vt:lpstr>Magallanes Light</vt:lpstr>
      <vt:lpstr>Magallanes Regular</vt:lpstr>
      <vt:lpstr>Montserrat</vt:lpstr>
      <vt:lpstr>Wingdings</vt:lpstr>
      <vt:lpstr>1_Tema de Office</vt:lpstr>
      <vt:lpstr>Presentación de PowerPoint</vt:lpstr>
      <vt:lpstr>Team members</vt:lpstr>
      <vt:lpstr>System Documentation &amp; Architecture</vt:lpstr>
      <vt:lpstr>System Documentation &amp; Architecture</vt:lpstr>
      <vt:lpstr>System Documentation &amp; Architecture</vt:lpstr>
      <vt:lpstr>AI Model Development </vt:lpstr>
      <vt:lpstr>Data Source Integration</vt:lpstr>
      <vt:lpstr>Functional Prototype</vt:lpstr>
      <vt:lpstr>Testing &amp; Error Resolution </vt:lpstr>
      <vt:lpstr>Secure Deployment</vt:lpstr>
      <vt:lpstr>Project Plan</vt:lpstr>
      <vt:lpstr>Project Plan</vt:lpstr>
      <vt:lpstr>Feedback &amp; Impact Assessment</vt:lpstr>
      <vt:lpstr>Conclusion &amp; benefits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EDWIN ALAN VELEZ BELTRAN</dc:creator>
  <cp:lastModifiedBy>NORBERTO SUASTE HERNANDEZ</cp:lastModifiedBy>
  <cp:revision>2</cp:revision>
  <dcterms:created xsi:type="dcterms:W3CDTF">2024-08-29T15:33:07Z</dcterms:created>
  <dcterms:modified xsi:type="dcterms:W3CDTF">2025-04-03T08:15:41Z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0x01010037935A43B9C19F4F8A44D990B1578BFD</vt:lpwstr>
  </property>
</Properties>
</file>